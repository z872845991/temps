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7" r:id="rId4"/>
  </p:sldMasterIdLst>
  <p:notesMasterIdLst>
    <p:notesMasterId r:id="rId19"/>
  </p:notesMasterIdLst>
  <p:handoutMasterIdLst>
    <p:handoutMasterId r:id="rId20"/>
  </p:handoutMasterIdLst>
  <p:sldIdLst>
    <p:sldId id="348" r:id="rId5"/>
    <p:sldId id="333" r:id="rId6"/>
    <p:sldId id="265" r:id="rId7"/>
    <p:sldId id="353" r:id="rId8"/>
    <p:sldId id="350" r:id="rId9"/>
    <p:sldId id="354" r:id="rId10"/>
    <p:sldId id="355" r:id="rId11"/>
    <p:sldId id="356" r:id="rId12"/>
    <p:sldId id="358" r:id="rId13"/>
    <p:sldId id="360" r:id="rId14"/>
    <p:sldId id="359" r:id="rId15"/>
    <p:sldId id="357" r:id="rId16"/>
    <p:sldId id="361" r:id="rId17"/>
    <p:sldId id="362" r:id="rId18"/>
  </p:sldIdLst>
  <p:sldSz cx="12192000" cy="6858000"/>
  <p:notesSz cx="6858000" cy="9144000"/>
  <p:defaultTextStyle>
    <a:defPPr rtl="0">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8282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34" autoAdjust="0"/>
  </p:normalViewPr>
  <p:slideViewPr>
    <p:cSldViewPr snapToGrid="0">
      <p:cViewPr varScale="1">
        <p:scale>
          <a:sx n="103" d="100"/>
          <a:sy n="103" d="100"/>
        </p:scale>
        <p:origin x="138" y="342"/>
      </p:cViewPr>
      <p:guideLst/>
    </p:cSldViewPr>
  </p:slideViewPr>
  <p:notesTextViewPr>
    <p:cViewPr>
      <p:scale>
        <a:sx n="1" d="1"/>
        <a:sy n="1" d="1"/>
      </p:scale>
      <p:origin x="0" y="0"/>
    </p:cViewPr>
  </p:notesTextViewPr>
  <p:notesViewPr>
    <p:cSldViewPr snapToGrid="0">
      <p:cViewPr varScale="1">
        <p:scale>
          <a:sx n="87" d="100"/>
          <a:sy n="87" d="100"/>
        </p:scale>
        <p:origin x="3090" y="9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zh-CN" altLang="en-US" dirty="0">
              <a:latin typeface="Microsoft YaHei UI" panose="020B0503020204020204" pitchFamily="34" charset="-122"/>
              <a:ea typeface="Microsoft YaHei UI" panose="020B0503020204020204" pitchFamily="3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82BD0F57-F4C1-4FB1-864D-380FCFCB2932}" type="datetime1">
              <a:rPr lang="zh-CN" altLang="en-US" smtClean="0">
                <a:latin typeface="Microsoft YaHei UI" panose="020B0503020204020204" pitchFamily="34" charset="-122"/>
                <a:ea typeface="Microsoft YaHei UI" panose="020B0503020204020204" pitchFamily="34" charset="-122"/>
              </a:rPr>
              <a:t>2021/1/31</a:t>
            </a:fld>
            <a:endParaRPr lang="zh-CN" altLang="en-US" dirty="0">
              <a:latin typeface="Microsoft YaHei UI" panose="020B0503020204020204" pitchFamily="34" charset="-122"/>
              <a:ea typeface="Microsoft YaHei UI" panose="020B0503020204020204" pitchFamily="3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zh-CN" altLang="en-US" dirty="0">
              <a:latin typeface="Microsoft YaHei UI" panose="020B0503020204020204" pitchFamily="34" charset="-122"/>
              <a:ea typeface="Microsoft YaHei UI" panose="020B0503020204020204" pitchFamily="3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2A83F606-8A8B-426E-A649-E6072AD6EE3A}" type="slidenum">
              <a:rPr lang="en-US" altLang="zh-CN" smtClean="0">
                <a:latin typeface="Microsoft YaHei UI" panose="020B0503020204020204" pitchFamily="34" charset="-122"/>
                <a:ea typeface="Microsoft YaHei UI" panose="020B0503020204020204" pitchFamily="34" charset="-122"/>
              </a:rPr>
              <a:t>‹#›</a:t>
            </a:fld>
            <a:endParaRPr lang="zh-CN" altLang="en-US" dirty="0">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22687618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Microsoft YaHei UI" panose="020B0503020204020204" pitchFamily="34" charset="-122"/>
                <a:ea typeface="Microsoft YaHei UI" panose="020B0503020204020204" pitchFamily="34" charset="-122"/>
              </a:defRPr>
            </a:lvl1pPr>
          </a:lstStyle>
          <a:p>
            <a:endParaRPr lang="zh-CN" altLang="en-US" noProof="0"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Microsoft YaHei UI" panose="020B0503020204020204" pitchFamily="34" charset="-122"/>
                <a:ea typeface="Microsoft YaHei UI" panose="020B0503020204020204" pitchFamily="34" charset="-122"/>
              </a:defRPr>
            </a:lvl1pPr>
          </a:lstStyle>
          <a:p>
            <a:fld id="{6DA018B7-25C7-40E8-838D-A07AF4F1048E}" type="datetime1">
              <a:rPr lang="zh-CN" altLang="en-US" noProof="0" smtClean="0"/>
              <a:t>2021/1/31</a:t>
            </a:fld>
            <a:endParaRPr lang="zh-CN" altLang="en-US" noProof="0"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zh-CN" altLang="en-US" noProof="0"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zh-CN" altLang="en-US" noProof="0" dirty="0"/>
              <a:t>单击此处编辑母版文本样式</a:t>
            </a:r>
          </a:p>
          <a:p>
            <a:pPr lvl="1" rtl="0"/>
            <a:r>
              <a:rPr lang="zh-CN" altLang="en-US" noProof="0" dirty="0"/>
              <a:t>第二级</a:t>
            </a:r>
          </a:p>
          <a:p>
            <a:pPr lvl="2" rtl="0"/>
            <a:r>
              <a:rPr lang="zh-CN" altLang="en-US" noProof="0" dirty="0"/>
              <a:t>第三级</a:t>
            </a:r>
          </a:p>
          <a:p>
            <a:pPr lvl="3" rtl="0"/>
            <a:r>
              <a:rPr lang="zh-CN" altLang="en-US" noProof="0" dirty="0"/>
              <a:t>第四级</a:t>
            </a:r>
          </a:p>
          <a:p>
            <a:pPr lvl="4" rtl="0"/>
            <a:r>
              <a:rPr lang="zh-CN" altLang="en-US" noProof="0" dirty="0"/>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Microsoft YaHei UI" panose="020B0503020204020204" pitchFamily="34" charset="-122"/>
                <a:ea typeface="Microsoft YaHei UI" panose="020B0503020204020204" pitchFamily="34" charset="-122"/>
              </a:defRPr>
            </a:lvl1pPr>
          </a:lstStyle>
          <a:p>
            <a:endParaRPr lang="zh-CN" altLang="en-US" noProof="0"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Microsoft YaHei UI" panose="020B0503020204020204" pitchFamily="34" charset="-122"/>
                <a:ea typeface="Microsoft YaHei UI" panose="020B0503020204020204" pitchFamily="34" charset="-122"/>
              </a:defRPr>
            </a:lvl1pPr>
          </a:lstStyle>
          <a:p>
            <a:fld id="{34DD8812-632B-44E3-B183-D20ADC793C3A}" type="slidenum">
              <a:rPr lang="en-US" altLang="zh-CN" noProof="0" smtClean="0"/>
              <a:pPr/>
              <a:t>‹#›</a:t>
            </a:fld>
            <a:endParaRPr lang="zh-CN" altLang="en-US" noProof="0" dirty="0"/>
          </a:p>
        </p:txBody>
      </p:sp>
    </p:spTree>
    <p:extLst>
      <p:ext uri="{BB962C8B-B14F-4D97-AF65-F5344CB8AC3E}">
        <p14:creationId xmlns:p14="http://schemas.microsoft.com/office/powerpoint/2010/main" val="239063749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1pPr>
    <a:lvl2pPr marL="4572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2pPr>
    <a:lvl3pPr marL="9144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3pPr>
    <a:lvl4pPr marL="13716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4pPr>
    <a:lvl5pPr marL="18288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rtlCol="0"/>
          <a:lstStyle/>
          <a:p>
            <a:pPr rtl="0"/>
            <a:endParaRPr lang="zh-CN" altLang="en-US" dirty="0">
              <a:latin typeface="Microsoft YaHei UI" panose="020B0503020204020204" pitchFamily="34" charset="-122"/>
              <a:ea typeface="Microsoft YaHei UI" panose="020B0503020204020204" pitchFamily="34" charset="-122"/>
            </a:endParaRPr>
          </a:p>
        </p:txBody>
      </p:sp>
      <p:sp>
        <p:nvSpPr>
          <p:cNvPr id="4" name="幻灯片编号占位符 3"/>
          <p:cNvSpPr>
            <a:spLocks noGrp="1"/>
          </p:cNvSpPr>
          <p:nvPr>
            <p:ph type="sldNum" sz="quarter" idx="10"/>
          </p:nvPr>
        </p:nvSpPr>
        <p:spPr/>
        <p:txBody>
          <a:bodyPr rtlCol="0"/>
          <a:lstStyle/>
          <a:p>
            <a:pPr rtl="0"/>
            <a:fld id="{34DD8812-632B-44E3-B183-D20ADC793C3A}" type="slidenum">
              <a:rPr lang="en-US" altLang="zh-CN" smtClean="0">
                <a:latin typeface="Microsoft YaHei UI" panose="020B0503020204020204" pitchFamily="34" charset="-122"/>
                <a:ea typeface="Microsoft YaHei UI" panose="020B0503020204020204" pitchFamily="34" charset="-122"/>
              </a:rPr>
              <a:t>1</a:t>
            </a:fld>
            <a:endParaRPr lang="zh-CN" altLang="en-US" dirty="0">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19176111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rtlCol="0"/>
          <a:lstStyle/>
          <a:p>
            <a:pPr rtl="0"/>
            <a:endParaRPr lang="zh-CN" altLang="en-US" dirty="0">
              <a:latin typeface="Microsoft YaHei UI" panose="020B0503020204020204" pitchFamily="34" charset="-122"/>
              <a:ea typeface="Microsoft YaHei UI" panose="020B0503020204020204" pitchFamily="34" charset="-122"/>
            </a:endParaRPr>
          </a:p>
        </p:txBody>
      </p:sp>
      <p:sp>
        <p:nvSpPr>
          <p:cNvPr id="4" name="幻灯片编号占位符 3"/>
          <p:cNvSpPr>
            <a:spLocks noGrp="1"/>
          </p:cNvSpPr>
          <p:nvPr>
            <p:ph type="sldNum" sz="quarter" idx="10"/>
          </p:nvPr>
        </p:nvSpPr>
        <p:spPr/>
        <p:txBody>
          <a:bodyPr rtlCol="0"/>
          <a:lstStyle/>
          <a:p>
            <a:pPr rtl="0"/>
            <a:fld id="{34DD8812-632B-44E3-B183-D20ADC793C3A}" type="slidenum">
              <a:rPr lang="en-US" altLang="zh-CN" smtClean="0">
                <a:latin typeface="Microsoft YaHei UI" panose="020B0503020204020204" pitchFamily="34" charset="-122"/>
                <a:ea typeface="Microsoft YaHei UI" panose="020B0503020204020204" pitchFamily="34" charset="-122"/>
              </a:rPr>
              <a:t>2</a:t>
            </a:fld>
            <a:endParaRPr lang="zh-CN" altLang="en-US" dirty="0">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38054432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rtlCol="0"/>
          <a:lstStyle/>
          <a:p>
            <a:pPr rtl="0"/>
            <a:endParaRPr lang="zh-CN" altLang="en-US" dirty="0">
              <a:latin typeface="Microsoft YaHei UI" panose="020B0503020204020204" pitchFamily="34" charset="-122"/>
              <a:ea typeface="Microsoft YaHei UI" panose="020B0503020204020204" pitchFamily="34" charset="-122"/>
            </a:endParaRPr>
          </a:p>
        </p:txBody>
      </p:sp>
      <p:sp>
        <p:nvSpPr>
          <p:cNvPr id="4" name="幻灯片编号占位符 3"/>
          <p:cNvSpPr>
            <a:spLocks noGrp="1"/>
          </p:cNvSpPr>
          <p:nvPr>
            <p:ph type="sldNum" sz="quarter" idx="10"/>
          </p:nvPr>
        </p:nvSpPr>
        <p:spPr/>
        <p:txBody>
          <a:bodyPr rtlCol="0"/>
          <a:lstStyle/>
          <a:p>
            <a:pPr rtl="0"/>
            <a:fld id="{34DD8812-632B-44E3-B183-D20ADC793C3A}" type="slidenum">
              <a:rPr lang="en-US" altLang="zh-CN" smtClean="0">
                <a:latin typeface="Microsoft YaHei UI" panose="020B0503020204020204" pitchFamily="34" charset="-122"/>
                <a:ea typeface="Microsoft YaHei UI" panose="020B0503020204020204" pitchFamily="34" charset="-122"/>
              </a:rPr>
              <a:t>3</a:t>
            </a:fld>
            <a:endParaRPr lang="zh-CN" altLang="en-US" dirty="0">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27841661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rtlCol="0"/>
          <a:lstStyle/>
          <a:p>
            <a:pPr rtl="0"/>
            <a:endParaRPr lang="zh-CN" altLang="en-US" dirty="0">
              <a:latin typeface="Microsoft YaHei UI" panose="020B0503020204020204" pitchFamily="34" charset="-122"/>
              <a:ea typeface="Microsoft YaHei UI" panose="020B0503020204020204" pitchFamily="34" charset="-122"/>
            </a:endParaRPr>
          </a:p>
        </p:txBody>
      </p:sp>
      <p:sp>
        <p:nvSpPr>
          <p:cNvPr id="4" name="幻灯片编号占位符 3"/>
          <p:cNvSpPr>
            <a:spLocks noGrp="1"/>
          </p:cNvSpPr>
          <p:nvPr>
            <p:ph type="sldNum" sz="quarter" idx="10"/>
          </p:nvPr>
        </p:nvSpPr>
        <p:spPr/>
        <p:txBody>
          <a:bodyPr rtlCol="0"/>
          <a:lstStyle/>
          <a:p>
            <a:pPr rtl="0"/>
            <a:fld id="{34DD8812-632B-44E3-B183-D20ADC793C3A}" type="slidenum">
              <a:rPr lang="en-US" altLang="zh-CN" smtClean="0">
                <a:latin typeface="Microsoft YaHei UI" panose="020B0503020204020204" pitchFamily="34" charset="-122"/>
                <a:ea typeface="Microsoft YaHei UI" panose="020B0503020204020204" pitchFamily="34" charset="-122"/>
              </a:rPr>
              <a:t>4</a:t>
            </a:fld>
            <a:endParaRPr lang="zh-CN" altLang="en-US" dirty="0">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28324135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rtlCol="0"/>
          <a:lstStyle/>
          <a:p>
            <a:pPr rtl="0"/>
            <a:endParaRPr lang="zh-CN" altLang="en-US" dirty="0">
              <a:latin typeface="Microsoft YaHei UI" panose="020B0503020204020204" pitchFamily="34" charset="-122"/>
              <a:ea typeface="Microsoft YaHei UI" panose="020B0503020204020204" pitchFamily="34" charset="-122"/>
            </a:endParaRPr>
          </a:p>
        </p:txBody>
      </p:sp>
      <p:sp>
        <p:nvSpPr>
          <p:cNvPr id="4" name="幻灯片编号占位符 3"/>
          <p:cNvSpPr>
            <a:spLocks noGrp="1"/>
          </p:cNvSpPr>
          <p:nvPr>
            <p:ph type="sldNum" sz="quarter" idx="10"/>
          </p:nvPr>
        </p:nvSpPr>
        <p:spPr/>
        <p:txBody>
          <a:bodyPr rtlCol="0"/>
          <a:lstStyle/>
          <a:p>
            <a:pPr rtl="0"/>
            <a:fld id="{34DD8812-632B-44E3-B183-D20ADC793C3A}" type="slidenum">
              <a:rPr lang="en-US" altLang="zh-CN" smtClean="0">
                <a:latin typeface="Microsoft YaHei UI" panose="020B0503020204020204" pitchFamily="34" charset="-122"/>
                <a:ea typeface="Microsoft YaHei UI" panose="020B0503020204020204" pitchFamily="34" charset="-122"/>
              </a:rPr>
              <a:t>5</a:t>
            </a:fld>
            <a:endParaRPr lang="zh-CN" altLang="en-US" dirty="0">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26775953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rtlCol="0"/>
          <a:lstStyle/>
          <a:p>
            <a:pPr rtl="0"/>
            <a:endParaRPr lang="zh-CN" altLang="en-US" dirty="0">
              <a:latin typeface="Microsoft YaHei UI" panose="020B0503020204020204" pitchFamily="34" charset="-122"/>
              <a:ea typeface="Microsoft YaHei UI" panose="020B0503020204020204" pitchFamily="34" charset="-122"/>
            </a:endParaRPr>
          </a:p>
        </p:txBody>
      </p:sp>
      <p:sp>
        <p:nvSpPr>
          <p:cNvPr id="4" name="幻灯片编号占位符 3"/>
          <p:cNvSpPr>
            <a:spLocks noGrp="1"/>
          </p:cNvSpPr>
          <p:nvPr>
            <p:ph type="sldNum" sz="quarter" idx="10"/>
          </p:nvPr>
        </p:nvSpPr>
        <p:spPr/>
        <p:txBody>
          <a:bodyPr rtlCol="0"/>
          <a:lstStyle/>
          <a:p>
            <a:pPr rtl="0"/>
            <a:fld id="{34DD8812-632B-44E3-B183-D20ADC793C3A}" type="slidenum">
              <a:rPr lang="en-US" altLang="zh-CN" smtClean="0">
                <a:latin typeface="Microsoft YaHei UI" panose="020B0503020204020204" pitchFamily="34" charset="-122"/>
                <a:ea typeface="Microsoft YaHei UI" panose="020B0503020204020204" pitchFamily="34" charset="-122"/>
              </a:rPr>
              <a:t>6</a:t>
            </a:fld>
            <a:endParaRPr lang="zh-CN" altLang="en-US" dirty="0">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39143031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rtlCol="0"/>
          <a:lstStyle/>
          <a:p>
            <a:pPr rtl="0"/>
            <a:endParaRPr lang="zh-CN" altLang="en-US" dirty="0">
              <a:latin typeface="Microsoft YaHei UI" panose="020B0503020204020204" pitchFamily="34" charset="-122"/>
              <a:ea typeface="Microsoft YaHei UI" panose="020B0503020204020204" pitchFamily="34" charset="-122"/>
            </a:endParaRPr>
          </a:p>
        </p:txBody>
      </p:sp>
      <p:sp>
        <p:nvSpPr>
          <p:cNvPr id="4" name="幻灯片编号占位符 3"/>
          <p:cNvSpPr>
            <a:spLocks noGrp="1"/>
          </p:cNvSpPr>
          <p:nvPr>
            <p:ph type="sldNum" sz="quarter" idx="10"/>
          </p:nvPr>
        </p:nvSpPr>
        <p:spPr/>
        <p:txBody>
          <a:bodyPr rtlCol="0"/>
          <a:lstStyle/>
          <a:p>
            <a:pPr rtl="0"/>
            <a:fld id="{34DD8812-632B-44E3-B183-D20ADC793C3A}" type="slidenum">
              <a:rPr lang="en-US" altLang="zh-CN" smtClean="0">
                <a:latin typeface="Microsoft YaHei UI" panose="020B0503020204020204" pitchFamily="34" charset="-122"/>
                <a:ea typeface="Microsoft YaHei UI" panose="020B0503020204020204" pitchFamily="34" charset="-122"/>
              </a:rPr>
              <a:t>7</a:t>
            </a:fld>
            <a:endParaRPr lang="zh-CN" altLang="en-US" dirty="0">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16938957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rtlCol="0"/>
          <a:lstStyle/>
          <a:p>
            <a:pPr rtl="0"/>
            <a:endParaRPr lang="zh-CN" altLang="en-US" dirty="0">
              <a:latin typeface="Microsoft YaHei UI" panose="020B0503020204020204" pitchFamily="34" charset="-122"/>
              <a:ea typeface="Microsoft YaHei UI" panose="020B0503020204020204" pitchFamily="34" charset="-122"/>
            </a:endParaRPr>
          </a:p>
        </p:txBody>
      </p:sp>
      <p:sp>
        <p:nvSpPr>
          <p:cNvPr id="4" name="幻灯片编号占位符 3"/>
          <p:cNvSpPr>
            <a:spLocks noGrp="1"/>
          </p:cNvSpPr>
          <p:nvPr>
            <p:ph type="sldNum" sz="quarter" idx="10"/>
          </p:nvPr>
        </p:nvSpPr>
        <p:spPr/>
        <p:txBody>
          <a:bodyPr rtlCol="0"/>
          <a:lstStyle/>
          <a:p>
            <a:pPr rtl="0"/>
            <a:fld id="{34DD8812-632B-44E3-B183-D20ADC793C3A}" type="slidenum">
              <a:rPr lang="en-US" altLang="zh-CN" smtClean="0">
                <a:latin typeface="Microsoft YaHei UI" panose="020B0503020204020204" pitchFamily="34" charset="-122"/>
                <a:ea typeface="Microsoft YaHei UI" panose="020B0503020204020204" pitchFamily="34" charset="-122"/>
              </a:rPr>
              <a:t>8</a:t>
            </a:fld>
            <a:endParaRPr lang="zh-CN" altLang="en-US" dirty="0">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3028238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rtlCol="0"/>
          <a:lstStyle/>
          <a:p>
            <a:pPr rtl="0"/>
            <a:endParaRPr lang="zh-CN" altLang="en-US" dirty="0">
              <a:latin typeface="Microsoft YaHei UI" panose="020B0503020204020204" pitchFamily="34" charset="-122"/>
              <a:ea typeface="Microsoft YaHei UI" panose="020B0503020204020204" pitchFamily="34" charset="-122"/>
            </a:endParaRPr>
          </a:p>
        </p:txBody>
      </p:sp>
      <p:sp>
        <p:nvSpPr>
          <p:cNvPr id="4" name="幻灯片编号占位符 3"/>
          <p:cNvSpPr>
            <a:spLocks noGrp="1"/>
          </p:cNvSpPr>
          <p:nvPr>
            <p:ph type="sldNum" sz="quarter" idx="10"/>
          </p:nvPr>
        </p:nvSpPr>
        <p:spPr/>
        <p:txBody>
          <a:bodyPr rtlCol="0"/>
          <a:lstStyle/>
          <a:p>
            <a:pPr rtl="0"/>
            <a:fld id="{34DD8812-632B-44E3-B183-D20ADC793C3A}" type="slidenum">
              <a:rPr lang="en-US" altLang="zh-CN" smtClean="0">
                <a:latin typeface="Microsoft YaHei UI" panose="020B0503020204020204" pitchFamily="34" charset="-122"/>
                <a:ea typeface="Microsoft YaHei UI" panose="020B0503020204020204" pitchFamily="34" charset="-122"/>
              </a:rPr>
              <a:t>9</a:t>
            </a:fld>
            <a:endParaRPr lang="zh-CN" altLang="en-US" dirty="0">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10505879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rtlCol="0"/>
          <a:lstStyle/>
          <a:p>
            <a:pPr rtl="0"/>
            <a:endParaRPr lang="zh-CN" altLang="en-US" dirty="0">
              <a:latin typeface="Microsoft YaHei UI" panose="020B0503020204020204" pitchFamily="34" charset="-122"/>
              <a:ea typeface="Microsoft YaHei UI" panose="020B0503020204020204" pitchFamily="34" charset="-122"/>
            </a:endParaRPr>
          </a:p>
        </p:txBody>
      </p:sp>
      <p:sp>
        <p:nvSpPr>
          <p:cNvPr id="4" name="幻灯片编号占位符 3"/>
          <p:cNvSpPr>
            <a:spLocks noGrp="1"/>
          </p:cNvSpPr>
          <p:nvPr>
            <p:ph type="sldNum" sz="quarter" idx="10"/>
          </p:nvPr>
        </p:nvSpPr>
        <p:spPr/>
        <p:txBody>
          <a:bodyPr rtlCol="0"/>
          <a:lstStyle/>
          <a:p>
            <a:pPr rtl="0"/>
            <a:fld id="{34DD8812-632B-44E3-B183-D20ADC793C3A}" type="slidenum">
              <a:rPr lang="en-US" altLang="zh-CN" smtClean="0">
                <a:latin typeface="Microsoft YaHei UI" panose="020B0503020204020204" pitchFamily="34" charset="-122"/>
                <a:ea typeface="Microsoft YaHei UI" panose="020B0503020204020204" pitchFamily="34" charset="-122"/>
              </a:rPr>
              <a:t>10</a:t>
            </a:fld>
            <a:endParaRPr lang="zh-CN" altLang="en-US" dirty="0">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15600414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rtlCol="0"/>
          <a:lstStyle/>
          <a:p>
            <a:pPr rtl="0"/>
            <a:endParaRPr lang="zh-CN" altLang="en-US" dirty="0">
              <a:latin typeface="Microsoft YaHei UI" panose="020B0503020204020204" pitchFamily="34" charset="-122"/>
              <a:ea typeface="Microsoft YaHei UI" panose="020B0503020204020204" pitchFamily="34" charset="-122"/>
            </a:endParaRPr>
          </a:p>
        </p:txBody>
      </p:sp>
      <p:sp>
        <p:nvSpPr>
          <p:cNvPr id="4" name="幻灯片编号占位符 3"/>
          <p:cNvSpPr>
            <a:spLocks noGrp="1"/>
          </p:cNvSpPr>
          <p:nvPr>
            <p:ph type="sldNum" sz="quarter" idx="10"/>
          </p:nvPr>
        </p:nvSpPr>
        <p:spPr/>
        <p:txBody>
          <a:bodyPr rtlCol="0"/>
          <a:lstStyle/>
          <a:p>
            <a:pPr rtl="0"/>
            <a:fld id="{34DD8812-632B-44E3-B183-D20ADC793C3A}" type="slidenum">
              <a:rPr lang="en-US" altLang="zh-CN" smtClean="0">
                <a:latin typeface="Microsoft YaHei UI" panose="020B0503020204020204" pitchFamily="34" charset="-122"/>
                <a:ea typeface="Microsoft YaHei UI" panose="020B0503020204020204" pitchFamily="34" charset="-122"/>
              </a:rPr>
              <a:t>11</a:t>
            </a:fld>
            <a:endParaRPr lang="zh-CN" altLang="en-US" dirty="0">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20346156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rtlCol="0"/>
          <a:lstStyle/>
          <a:p>
            <a:pPr rtl="0"/>
            <a:endParaRPr lang="zh-CN" altLang="en-US" dirty="0">
              <a:latin typeface="Microsoft YaHei UI" panose="020B0503020204020204" pitchFamily="34" charset="-122"/>
              <a:ea typeface="Microsoft YaHei UI" panose="020B0503020204020204" pitchFamily="34" charset="-122"/>
            </a:endParaRPr>
          </a:p>
        </p:txBody>
      </p:sp>
      <p:sp>
        <p:nvSpPr>
          <p:cNvPr id="4" name="幻灯片编号占位符 3"/>
          <p:cNvSpPr>
            <a:spLocks noGrp="1"/>
          </p:cNvSpPr>
          <p:nvPr>
            <p:ph type="sldNum" sz="quarter" idx="10"/>
          </p:nvPr>
        </p:nvSpPr>
        <p:spPr/>
        <p:txBody>
          <a:bodyPr rtlCol="0"/>
          <a:lstStyle/>
          <a:p>
            <a:pPr rtl="0"/>
            <a:fld id="{34DD8812-632B-44E3-B183-D20ADC793C3A}" type="slidenum">
              <a:rPr lang="en-US" altLang="zh-CN" smtClean="0">
                <a:latin typeface="Microsoft YaHei UI" panose="020B0503020204020204" pitchFamily="34" charset="-122"/>
                <a:ea typeface="Microsoft YaHei UI" panose="020B0503020204020204" pitchFamily="34" charset="-122"/>
              </a:rPr>
              <a:t>12</a:t>
            </a:fld>
            <a:endParaRPr lang="zh-CN" altLang="en-US" dirty="0">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9381504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rtlCol="0"/>
          <a:lstStyle/>
          <a:p>
            <a:pPr rtl="0"/>
            <a:endParaRPr lang="zh-CN" altLang="en-US" dirty="0">
              <a:latin typeface="Microsoft YaHei UI" panose="020B0503020204020204" pitchFamily="34" charset="-122"/>
              <a:ea typeface="Microsoft YaHei UI" panose="020B0503020204020204" pitchFamily="34" charset="-122"/>
            </a:endParaRPr>
          </a:p>
        </p:txBody>
      </p:sp>
      <p:sp>
        <p:nvSpPr>
          <p:cNvPr id="4" name="幻灯片编号占位符 3"/>
          <p:cNvSpPr>
            <a:spLocks noGrp="1"/>
          </p:cNvSpPr>
          <p:nvPr>
            <p:ph type="sldNum" sz="quarter" idx="10"/>
          </p:nvPr>
        </p:nvSpPr>
        <p:spPr/>
        <p:txBody>
          <a:bodyPr rtlCol="0"/>
          <a:lstStyle/>
          <a:p>
            <a:pPr rtl="0"/>
            <a:fld id="{34DD8812-632B-44E3-B183-D20ADC793C3A}" type="slidenum">
              <a:rPr lang="en-US" altLang="zh-CN" smtClean="0">
                <a:latin typeface="Microsoft YaHei UI" panose="020B0503020204020204" pitchFamily="34" charset="-122"/>
                <a:ea typeface="Microsoft YaHei UI" panose="020B0503020204020204" pitchFamily="34" charset="-122"/>
              </a:rPr>
              <a:t>13</a:t>
            </a:fld>
            <a:endParaRPr lang="zh-CN" altLang="en-US" dirty="0">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41130017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rtlCol="0"/>
          <a:lstStyle/>
          <a:p>
            <a:pPr rtl="0"/>
            <a:endParaRPr lang="zh-CN" altLang="en-US" dirty="0">
              <a:latin typeface="Microsoft YaHei UI" panose="020B0503020204020204" pitchFamily="34" charset="-122"/>
              <a:ea typeface="Microsoft YaHei UI" panose="020B0503020204020204" pitchFamily="34" charset="-122"/>
            </a:endParaRPr>
          </a:p>
        </p:txBody>
      </p:sp>
      <p:sp>
        <p:nvSpPr>
          <p:cNvPr id="4" name="幻灯片编号占位符 3"/>
          <p:cNvSpPr>
            <a:spLocks noGrp="1"/>
          </p:cNvSpPr>
          <p:nvPr>
            <p:ph type="sldNum" sz="quarter" idx="10"/>
          </p:nvPr>
        </p:nvSpPr>
        <p:spPr/>
        <p:txBody>
          <a:bodyPr rtlCol="0"/>
          <a:lstStyle/>
          <a:p>
            <a:pPr rtl="0"/>
            <a:fld id="{34DD8812-632B-44E3-B183-D20ADC793C3A}" type="slidenum">
              <a:rPr lang="en-US" altLang="zh-CN" smtClean="0">
                <a:latin typeface="Microsoft YaHei UI" panose="020B0503020204020204" pitchFamily="34" charset="-122"/>
                <a:ea typeface="Microsoft YaHei UI" panose="020B0503020204020204" pitchFamily="34" charset="-122"/>
              </a:rPr>
              <a:t>14</a:t>
            </a:fld>
            <a:endParaRPr lang="zh-CN" altLang="en-US" dirty="0">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7602956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097280" y="758952"/>
            <a:ext cx="10058400" cy="3566160"/>
          </a:xfrm>
          <a:prstGeom prst="rect">
            <a:avLst/>
          </a:prstGeom>
        </p:spPr>
        <p:txBody>
          <a:bodyPr rtlCol="0" anchor="b">
            <a:normAutofit/>
          </a:bodyPr>
          <a:lstStyle>
            <a:lvl1pPr algn="l">
              <a:lnSpc>
                <a:spcPct val="90000"/>
              </a:lnSpc>
              <a:defRPr sz="8000" spc="-50" baseline="0">
                <a:solidFill>
                  <a:schemeClr val="tx1">
                    <a:lumMod val="85000"/>
                    <a:lumOff val="15000"/>
                  </a:schemeClr>
                </a:solidFill>
                <a:latin typeface="Microsoft YaHei UI" panose="020B0503020204020204" pitchFamily="34" charset="-122"/>
                <a:ea typeface="Microsoft YaHei UI" panose="020B0503020204020204" pitchFamily="34" charset="-122"/>
              </a:defRPr>
            </a:lvl1pPr>
          </a:lstStyle>
          <a:p>
            <a:pPr rtl="0"/>
            <a:r>
              <a:rPr lang="zh-CN" altLang="en-US" noProof="0"/>
              <a:t>单击此处编辑母版标题样式</a:t>
            </a:r>
            <a:endParaRPr lang="zh-CN" altLang="en-US" noProof="0" dirty="0"/>
          </a:p>
        </p:txBody>
      </p:sp>
      <p:sp>
        <p:nvSpPr>
          <p:cNvPr id="3" name="副标题 2"/>
          <p:cNvSpPr>
            <a:spLocks noGrp="1"/>
          </p:cNvSpPr>
          <p:nvPr>
            <p:ph type="subTitle" idx="1"/>
          </p:nvPr>
        </p:nvSpPr>
        <p:spPr>
          <a:xfrm>
            <a:off x="1100051" y="4645152"/>
            <a:ext cx="10058400" cy="1143000"/>
          </a:xfrm>
        </p:spPr>
        <p:txBody>
          <a:bodyPr lIns="91440" rIns="91440" rtlCol="0">
            <a:normAutofit/>
          </a:bodyPr>
          <a:lstStyle>
            <a:lvl1pPr marL="0" indent="0" algn="l">
              <a:buNone/>
              <a:defRPr sz="2400" cap="all" spc="200" baseline="0">
                <a:solidFill>
                  <a:schemeClr val="tx1"/>
                </a:solidFill>
                <a:latin typeface="Microsoft YaHei UI" panose="020B0503020204020204" pitchFamily="34" charset="-122"/>
                <a:ea typeface="Microsoft YaHei UI" panose="020B0503020204020204" pitchFamily="34" charset="-122"/>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pPr rtl="0"/>
            <a:r>
              <a:rPr lang="zh-CN" altLang="en-US" noProof="0"/>
              <a:t>单击此处编辑母版副标题样式</a:t>
            </a:r>
            <a:endParaRPr lang="zh-CN" altLang="en-US" noProof="0" dirty="0"/>
          </a:p>
        </p:txBody>
      </p:sp>
      <p:cxnSp>
        <p:nvCxnSpPr>
          <p:cNvPr id="9" name="直接连接符​​(S) 8">
            <a:extLst>
              <a:ext uri="{FF2B5EF4-FFF2-40B4-BE49-F238E27FC236}">
                <a16:creationId xmlns:a16="http://schemas.microsoft.com/office/drawing/2014/main" id="{1F5DC8C3-BA5F-4EED-BB9A-A14272BD82A1}"/>
              </a:ext>
            </a:extLst>
          </p:cNvPr>
          <p:cNvCxnSpPr/>
          <p:nvPr/>
        </p:nvCxnSpPr>
        <p:spPr>
          <a:xfrm>
            <a:off x="1207658" y="4474741"/>
            <a:ext cx="9130004"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日期占位符 3">
            <a:extLst>
              <a:ext uri="{FF2B5EF4-FFF2-40B4-BE49-F238E27FC236}">
                <a16:creationId xmlns:a16="http://schemas.microsoft.com/office/drawing/2014/main" id="{9925CCF1-92C0-4AF3-BFAF-4921631915AB}"/>
              </a:ext>
            </a:extLst>
          </p:cNvPr>
          <p:cNvSpPr>
            <a:spLocks noGrp="1"/>
          </p:cNvSpPr>
          <p:nvPr>
            <p:ph type="dt" sz="half" idx="10"/>
          </p:nvPr>
        </p:nvSpPr>
        <p:spPr/>
        <p:txBody>
          <a:bodyPr rtlCol="0"/>
          <a:lstStyle>
            <a:lvl1pPr>
              <a:defRPr>
                <a:latin typeface="Microsoft YaHei UI" panose="020B0503020204020204" pitchFamily="34" charset="-122"/>
                <a:ea typeface="Microsoft YaHei UI" panose="020B0503020204020204" pitchFamily="34" charset="-122"/>
              </a:defRPr>
            </a:lvl1pPr>
          </a:lstStyle>
          <a:p>
            <a:fld id="{41A404CF-1042-4ADE-846A-A8B97ED9DD56}" type="datetime1">
              <a:rPr lang="zh-CN" altLang="en-US" noProof="0" smtClean="0"/>
              <a:t>2021/1/31</a:t>
            </a:fld>
            <a:endParaRPr lang="zh-CN" altLang="en-US" noProof="0" dirty="0"/>
          </a:p>
        </p:txBody>
      </p:sp>
      <p:sp>
        <p:nvSpPr>
          <p:cNvPr id="5" name="页脚占位符 4">
            <a:extLst>
              <a:ext uri="{FF2B5EF4-FFF2-40B4-BE49-F238E27FC236}">
                <a16:creationId xmlns:a16="http://schemas.microsoft.com/office/drawing/2014/main" id="{051A78A9-3DFF-4937-A9F2-5D8CF495F367}"/>
              </a:ext>
            </a:extLst>
          </p:cNvPr>
          <p:cNvSpPr>
            <a:spLocks noGrp="1"/>
          </p:cNvSpPr>
          <p:nvPr>
            <p:ph type="ftr" sz="quarter" idx="11"/>
          </p:nvPr>
        </p:nvSpPr>
        <p:spPr/>
        <p:txBody>
          <a:bodyPr rtlCol="0"/>
          <a:lstStyle>
            <a:lvl1pPr>
              <a:defRPr>
                <a:latin typeface="Microsoft YaHei UI" panose="020B0503020204020204" pitchFamily="34" charset="-122"/>
                <a:ea typeface="Microsoft YaHei UI" panose="020B0503020204020204" pitchFamily="34" charset="-122"/>
              </a:defRPr>
            </a:lvl1pPr>
          </a:lstStyle>
          <a:p>
            <a:endParaRPr lang="zh-CN" altLang="en-US" noProof="0" dirty="0"/>
          </a:p>
        </p:txBody>
      </p:sp>
      <p:sp>
        <p:nvSpPr>
          <p:cNvPr id="6" name="灯片编号占位符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rtlCol="0"/>
          <a:lstStyle>
            <a:lvl1pPr>
              <a:defRPr>
                <a:latin typeface="Microsoft YaHei UI" panose="020B0503020204020204" pitchFamily="34" charset="-122"/>
                <a:ea typeface="Microsoft YaHei UI" panose="020B0503020204020204" pitchFamily="34" charset="-122"/>
              </a:defRPr>
            </a:lvl1pPr>
          </a:lstStyle>
          <a:p>
            <a:fld id="{3A98EE3D-8CD1-4C3F-BD1C-C98C9596463C}" type="slidenum">
              <a:rPr lang="en-US" altLang="zh-CN" noProof="0" smtClean="0"/>
              <a:pPr/>
              <a:t>‹#›</a:t>
            </a:fld>
            <a:endParaRPr lang="zh-CN" altLang="en-US" noProof="0" dirty="0"/>
          </a:p>
        </p:txBody>
      </p:sp>
      <p:sp>
        <p:nvSpPr>
          <p:cNvPr id="11" name="椭圆形 10">
            <a:extLst>
              <a:ext uri="{FF2B5EF4-FFF2-40B4-BE49-F238E27FC236}">
                <a16:creationId xmlns:a16="http://schemas.microsoft.com/office/drawing/2014/main" id="{68EC5FC9-F7D0-0141-850B-7623CA81A775}"/>
              </a:ext>
            </a:extLst>
          </p:cNvPr>
          <p:cNvSpPr/>
          <p:nvPr userDrawn="1"/>
        </p:nvSpPr>
        <p:spPr>
          <a:xfrm>
            <a:off x="10429390" y="360726"/>
            <a:ext cx="1035859" cy="1035859"/>
          </a:xfrm>
          <a:prstGeom prst="ellipse">
            <a:avLst/>
          </a:prstGeom>
          <a:noFill/>
          <a:ln w="38100">
            <a:solidFill>
              <a:schemeClr val="accent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
        <p:nvSpPr>
          <p:cNvPr id="12" name="椭圆形 11">
            <a:extLst>
              <a:ext uri="{FF2B5EF4-FFF2-40B4-BE49-F238E27FC236}">
                <a16:creationId xmlns:a16="http://schemas.microsoft.com/office/drawing/2014/main" id="{B8F839E6-7F1F-6E4D-B83C-F5DA99E98229}"/>
              </a:ext>
            </a:extLst>
          </p:cNvPr>
          <p:cNvSpPr/>
          <p:nvPr userDrawn="1"/>
        </p:nvSpPr>
        <p:spPr>
          <a:xfrm>
            <a:off x="10337662" y="4398630"/>
            <a:ext cx="1700492" cy="1700492"/>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
        <p:nvSpPr>
          <p:cNvPr id="13" name="椭圆形 12">
            <a:extLst>
              <a:ext uri="{FF2B5EF4-FFF2-40B4-BE49-F238E27FC236}">
                <a16:creationId xmlns:a16="http://schemas.microsoft.com/office/drawing/2014/main" id="{5EACA50E-A3A8-9D41-B30C-03B00FB2DEF0}"/>
              </a:ext>
            </a:extLst>
          </p:cNvPr>
          <p:cNvSpPr/>
          <p:nvPr userDrawn="1"/>
        </p:nvSpPr>
        <p:spPr>
          <a:xfrm>
            <a:off x="5664569" y="541205"/>
            <a:ext cx="283407" cy="283407"/>
          </a:xfrm>
          <a:prstGeom prst="ellipse">
            <a:avLst/>
          </a:prstGeom>
          <a:solidFill>
            <a:schemeClr val="accent6"/>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
        <p:nvSpPr>
          <p:cNvPr id="14" name="椭圆形 13">
            <a:extLst>
              <a:ext uri="{FF2B5EF4-FFF2-40B4-BE49-F238E27FC236}">
                <a16:creationId xmlns:a16="http://schemas.microsoft.com/office/drawing/2014/main" id="{EA92073B-F20B-034A-BC3A-9B993F0DD0BA}"/>
              </a:ext>
            </a:extLst>
          </p:cNvPr>
          <p:cNvSpPr/>
          <p:nvPr userDrawn="1"/>
        </p:nvSpPr>
        <p:spPr>
          <a:xfrm>
            <a:off x="458087" y="5430446"/>
            <a:ext cx="99011" cy="99011"/>
          </a:xfrm>
          <a:prstGeom prst="ellipse">
            <a:avLst/>
          </a:prstGeom>
          <a:solidFill>
            <a:schemeClr val="accent4"/>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
        <p:nvSpPr>
          <p:cNvPr id="15" name="椭圆形 14">
            <a:extLst>
              <a:ext uri="{FF2B5EF4-FFF2-40B4-BE49-F238E27FC236}">
                <a16:creationId xmlns:a16="http://schemas.microsoft.com/office/drawing/2014/main" id="{C4091F50-D240-B145-B0B1-DAEDDFDE34AD}"/>
              </a:ext>
            </a:extLst>
          </p:cNvPr>
          <p:cNvSpPr/>
          <p:nvPr userDrawn="1"/>
        </p:nvSpPr>
        <p:spPr>
          <a:xfrm>
            <a:off x="0" y="-1994"/>
            <a:ext cx="1700492" cy="1700492"/>
          </a:xfrm>
          <a:prstGeom prst="ellipse">
            <a:avLst/>
          </a:prstGeom>
          <a:noFill/>
          <a:ln w="38100">
            <a:solidFill>
              <a:schemeClr val="accent5"/>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6727005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p:txBody>
          <a:bodyPr rtlCol="0"/>
          <a:lstStyle>
            <a:lvl1pPr>
              <a:defRPr>
                <a:latin typeface="Microsoft YaHei UI" panose="020B0503020204020204" pitchFamily="34" charset="-122"/>
                <a:ea typeface="Microsoft YaHei UI" panose="020B0503020204020204" pitchFamily="34" charset="-122"/>
              </a:defRPr>
            </a:lvl1pPr>
            <a:lvl2pPr>
              <a:defRPr>
                <a:latin typeface="Microsoft YaHei UI" panose="020B0503020204020204" pitchFamily="34" charset="-122"/>
                <a:ea typeface="Microsoft YaHei UI" panose="020B0503020204020204" pitchFamily="34" charset="-122"/>
              </a:defRPr>
            </a:lvl2pPr>
            <a:lvl3pPr>
              <a:defRPr>
                <a:latin typeface="Microsoft YaHei UI" panose="020B0503020204020204" pitchFamily="34" charset="-122"/>
                <a:ea typeface="Microsoft YaHei UI" panose="020B0503020204020204" pitchFamily="34" charset="-122"/>
              </a:defRPr>
            </a:lvl3pPr>
            <a:lvl4pPr>
              <a:defRPr>
                <a:latin typeface="Microsoft YaHei UI" panose="020B0503020204020204" pitchFamily="34" charset="-122"/>
                <a:ea typeface="Microsoft YaHei UI" panose="020B0503020204020204" pitchFamily="34" charset="-122"/>
              </a:defRPr>
            </a:lvl4pPr>
            <a:lvl5pPr>
              <a:defRPr>
                <a:latin typeface="Microsoft YaHei UI" panose="020B0503020204020204" pitchFamily="34" charset="-122"/>
                <a:ea typeface="Microsoft YaHei UI" panose="020B0503020204020204" pitchFamily="34" charset="-122"/>
              </a:defRPr>
            </a:lvl5pPr>
          </a:lstStyle>
          <a:p>
            <a:pPr lvl="0" rtl="0"/>
            <a:r>
              <a:rPr lang="zh-CN" altLang="en-US" noProof="0"/>
              <a:t>单击此处编辑母版文本样式</a:t>
            </a:r>
          </a:p>
          <a:p>
            <a:pPr lvl="1" rtl="0"/>
            <a:r>
              <a:rPr lang="zh-CN" altLang="en-US" noProof="0"/>
              <a:t>二级</a:t>
            </a:r>
          </a:p>
          <a:p>
            <a:pPr lvl="2" rtl="0"/>
            <a:r>
              <a:rPr lang="zh-CN" altLang="en-US" noProof="0"/>
              <a:t>三级</a:t>
            </a:r>
          </a:p>
          <a:p>
            <a:pPr lvl="3" rtl="0"/>
            <a:r>
              <a:rPr lang="zh-CN" altLang="en-US" noProof="0"/>
              <a:t>四级</a:t>
            </a:r>
          </a:p>
          <a:p>
            <a:pPr lvl="4" rtl="0"/>
            <a:r>
              <a:rPr lang="zh-CN" altLang="en-US" noProof="0"/>
              <a:t>五级</a:t>
            </a:r>
            <a:endParaRPr lang="zh-CN" altLang="en-US" noProof="0" dirty="0"/>
          </a:p>
        </p:txBody>
      </p:sp>
      <p:sp>
        <p:nvSpPr>
          <p:cNvPr id="7" name="日期占位符 6">
            <a:extLst>
              <a:ext uri="{FF2B5EF4-FFF2-40B4-BE49-F238E27FC236}">
                <a16:creationId xmlns:a16="http://schemas.microsoft.com/office/drawing/2014/main" id="{354D8B55-9EA8-4B81-8E84-9B93B0A27559}"/>
              </a:ext>
            </a:extLst>
          </p:cNvPr>
          <p:cNvSpPr>
            <a:spLocks noGrp="1"/>
          </p:cNvSpPr>
          <p:nvPr>
            <p:ph type="dt" sz="half" idx="10"/>
          </p:nvPr>
        </p:nvSpPr>
        <p:spPr/>
        <p:txBody>
          <a:bodyPr rtlCol="0"/>
          <a:lstStyle>
            <a:lvl1pPr>
              <a:defRPr>
                <a:latin typeface="Microsoft YaHei UI" panose="020B0503020204020204" pitchFamily="34" charset="-122"/>
                <a:ea typeface="Microsoft YaHei UI" panose="020B0503020204020204" pitchFamily="34" charset="-122"/>
              </a:defRPr>
            </a:lvl1pPr>
          </a:lstStyle>
          <a:p>
            <a:fld id="{C48E6F1B-E46E-42C2-BE93-17F8DED77868}" type="datetime1">
              <a:rPr lang="zh-CN" altLang="en-US" noProof="0" smtClean="0"/>
              <a:t>2021/1/31</a:t>
            </a:fld>
            <a:endParaRPr lang="zh-CN" altLang="en-US" noProof="0" dirty="0"/>
          </a:p>
        </p:txBody>
      </p:sp>
      <p:sp>
        <p:nvSpPr>
          <p:cNvPr id="8" name="页脚占位符 7">
            <a:extLst>
              <a:ext uri="{FF2B5EF4-FFF2-40B4-BE49-F238E27FC236}">
                <a16:creationId xmlns:a16="http://schemas.microsoft.com/office/drawing/2014/main" id="{062CA021-2578-47CB-822C-BDDFF7223B28}"/>
              </a:ext>
            </a:extLst>
          </p:cNvPr>
          <p:cNvSpPr>
            <a:spLocks noGrp="1"/>
          </p:cNvSpPr>
          <p:nvPr>
            <p:ph type="ftr" sz="quarter" idx="11"/>
          </p:nvPr>
        </p:nvSpPr>
        <p:spPr/>
        <p:txBody>
          <a:bodyPr rtlCol="0"/>
          <a:lstStyle>
            <a:lvl1pPr>
              <a:defRPr>
                <a:latin typeface="Microsoft YaHei UI" panose="020B0503020204020204" pitchFamily="34" charset="-122"/>
                <a:ea typeface="Microsoft YaHei UI" panose="020B0503020204020204" pitchFamily="34" charset="-122"/>
              </a:defRPr>
            </a:lvl1pPr>
          </a:lstStyle>
          <a:p>
            <a:endParaRPr lang="zh-CN" altLang="en-US" noProof="0" dirty="0"/>
          </a:p>
        </p:txBody>
      </p:sp>
      <p:sp>
        <p:nvSpPr>
          <p:cNvPr id="9" name="灯片编号占位符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rtlCol="0"/>
          <a:lstStyle>
            <a:lvl1pPr>
              <a:defRPr>
                <a:latin typeface="Microsoft YaHei UI" panose="020B0503020204020204" pitchFamily="34" charset="-122"/>
                <a:ea typeface="Microsoft YaHei UI" panose="020B0503020204020204" pitchFamily="34" charset="-122"/>
              </a:defRPr>
            </a:lvl1pPr>
          </a:lstStyle>
          <a:p>
            <a:fld id="{3A98EE3D-8CD1-4C3F-BD1C-C98C9596463C}" type="slidenum">
              <a:rPr lang="en-US" altLang="zh-CN" noProof="0" smtClean="0"/>
              <a:pPr/>
              <a:t>‹#›</a:t>
            </a:fld>
            <a:endParaRPr lang="zh-CN" altLang="en-US" noProof="0" dirty="0"/>
          </a:p>
        </p:txBody>
      </p:sp>
      <p:grpSp>
        <p:nvGrpSpPr>
          <p:cNvPr id="21" name="组 20">
            <a:extLst>
              <a:ext uri="{FF2B5EF4-FFF2-40B4-BE49-F238E27FC236}">
                <a16:creationId xmlns:a16="http://schemas.microsoft.com/office/drawing/2014/main" id="{7A2141DD-8D8D-FA43-BD4F-2CFC93C87782}"/>
              </a:ext>
            </a:extLst>
          </p:cNvPr>
          <p:cNvGrpSpPr/>
          <p:nvPr userDrawn="1"/>
        </p:nvGrpSpPr>
        <p:grpSpPr>
          <a:xfrm rot="5400000">
            <a:off x="-21619" y="1088453"/>
            <a:ext cx="910099" cy="99010"/>
            <a:chOff x="622418" y="280927"/>
            <a:chExt cx="2335705" cy="254101"/>
          </a:xfrm>
        </p:grpSpPr>
        <p:sp>
          <p:nvSpPr>
            <p:cNvPr id="22" name="椭圆形 21">
              <a:extLst>
                <a:ext uri="{FF2B5EF4-FFF2-40B4-BE49-F238E27FC236}">
                  <a16:creationId xmlns:a16="http://schemas.microsoft.com/office/drawing/2014/main" id="{71A62821-5E0F-DE41-B5C2-17A3A7277F4E}"/>
                </a:ext>
              </a:extLst>
            </p:cNvPr>
            <p:cNvSpPr/>
            <p:nvPr userDrawn="1"/>
          </p:nvSpPr>
          <p:spPr>
            <a:xfrm>
              <a:off x="1038739" y="280927"/>
              <a:ext cx="254101" cy="254101"/>
            </a:xfrm>
            <a:prstGeom prst="ellipse">
              <a:avLst/>
            </a:prstGeom>
            <a:solidFill>
              <a:schemeClr val="accent2"/>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
          <p:nvSpPr>
            <p:cNvPr id="23" name="椭圆形 22">
              <a:extLst>
                <a:ext uri="{FF2B5EF4-FFF2-40B4-BE49-F238E27FC236}">
                  <a16:creationId xmlns:a16="http://schemas.microsoft.com/office/drawing/2014/main" id="{C311AE14-D8F0-1D4C-9D8D-603836582793}"/>
                </a:ext>
              </a:extLst>
            </p:cNvPr>
            <p:cNvSpPr/>
            <p:nvPr userDrawn="1"/>
          </p:nvSpPr>
          <p:spPr>
            <a:xfrm>
              <a:off x="1455060" y="280927"/>
              <a:ext cx="254101" cy="254101"/>
            </a:xfrm>
            <a:prstGeom prst="ellipse">
              <a:avLst/>
            </a:prstGeom>
            <a:solidFill>
              <a:schemeClr val="accent3"/>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
          <p:nvSpPr>
            <p:cNvPr id="24" name="椭圆形 23">
              <a:extLst>
                <a:ext uri="{FF2B5EF4-FFF2-40B4-BE49-F238E27FC236}">
                  <a16:creationId xmlns:a16="http://schemas.microsoft.com/office/drawing/2014/main" id="{1F2BE645-D4F2-304C-9AFA-473D8F888A85}"/>
                </a:ext>
              </a:extLst>
            </p:cNvPr>
            <p:cNvSpPr/>
            <p:nvPr userDrawn="1"/>
          </p:nvSpPr>
          <p:spPr>
            <a:xfrm>
              <a:off x="1871381" y="280927"/>
              <a:ext cx="254101" cy="254101"/>
            </a:xfrm>
            <a:prstGeom prst="ellipse">
              <a:avLst/>
            </a:prstGeom>
            <a:solidFill>
              <a:schemeClr val="accent4"/>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
          <p:nvSpPr>
            <p:cNvPr id="25" name="椭圆形 24">
              <a:extLst>
                <a:ext uri="{FF2B5EF4-FFF2-40B4-BE49-F238E27FC236}">
                  <a16:creationId xmlns:a16="http://schemas.microsoft.com/office/drawing/2014/main" id="{93640330-30A6-6948-87A7-9DE6D41794F5}"/>
                </a:ext>
              </a:extLst>
            </p:cNvPr>
            <p:cNvSpPr/>
            <p:nvPr userDrawn="1"/>
          </p:nvSpPr>
          <p:spPr>
            <a:xfrm>
              <a:off x="2287702" y="280927"/>
              <a:ext cx="254101" cy="254101"/>
            </a:xfrm>
            <a:prstGeom prst="ellipse">
              <a:avLst/>
            </a:prstGeom>
            <a:solidFill>
              <a:schemeClr val="accent5"/>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
          <p:nvSpPr>
            <p:cNvPr id="26" name="椭圆形 25">
              <a:extLst>
                <a:ext uri="{FF2B5EF4-FFF2-40B4-BE49-F238E27FC236}">
                  <a16:creationId xmlns:a16="http://schemas.microsoft.com/office/drawing/2014/main" id="{ADFB6548-D83C-1D4E-AE87-2E8F1D3D0FA7}"/>
                </a:ext>
              </a:extLst>
            </p:cNvPr>
            <p:cNvSpPr/>
            <p:nvPr userDrawn="1"/>
          </p:nvSpPr>
          <p:spPr>
            <a:xfrm>
              <a:off x="2704022" y="280927"/>
              <a:ext cx="254101" cy="254101"/>
            </a:xfrm>
            <a:prstGeom prst="ellipse">
              <a:avLst/>
            </a:prstGeom>
            <a:solidFill>
              <a:schemeClr val="accent6"/>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
          <p:nvSpPr>
            <p:cNvPr id="27" name="椭圆形 26">
              <a:extLst>
                <a:ext uri="{FF2B5EF4-FFF2-40B4-BE49-F238E27FC236}">
                  <a16:creationId xmlns:a16="http://schemas.microsoft.com/office/drawing/2014/main" id="{D97C7400-7EDC-8845-AB5A-80FB8175C1E2}"/>
                </a:ext>
              </a:extLst>
            </p:cNvPr>
            <p:cNvSpPr/>
            <p:nvPr userDrawn="1"/>
          </p:nvSpPr>
          <p:spPr>
            <a:xfrm>
              <a:off x="622418" y="280927"/>
              <a:ext cx="254101" cy="254101"/>
            </a:xfrm>
            <a:prstGeom prst="ellipse">
              <a:avLst/>
            </a:pr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grpSp>
      <p:sp>
        <p:nvSpPr>
          <p:cNvPr id="28" name="标题 1">
            <a:extLst>
              <a:ext uri="{FF2B5EF4-FFF2-40B4-BE49-F238E27FC236}">
                <a16:creationId xmlns:a16="http://schemas.microsoft.com/office/drawing/2014/main" id="{BC941C44-9B96-0040-8C71-D8364EB577C2}"/>
              </a:ext>
            </a:extLst>
          </p:cNvPr>
          <p:cNvSpPr>
            <a:spLocks noGrp="1"/>
          </p:cNvSpPr>
          <p:nvPr>
            <p:ph type="title" hasCustomPrompt="1"/>
          </p:nvPr>
        </p:nvSpPr>
        <p:spPr>
          <a:xfrm>
            <a:off x="1097280" y="421817"/>
            <a:ext cx="10058400" cy="1369074"/>
          </a:xfrm>
          <a:prstGeom prst="rect">
            <a:avLst/>
          </a:prstGeom>
        </p:spPr>
        <p:txBody>
          <a:bodyPr lIns="0" rIns="0" rtlCol="0" anchor="ctr">
            <a:normAutofit/>
          </a:bodyPr>
          <a:lstStyle>
            <a:lvl1pPr>
              <a:defRPr sz="4000" cap="all" baseline="0">
                <a:latin typeface="Microsoft YaHei UI" panose="020B0503020204020204" pitchFamily="34" charset="-122"/>
                <a:ea typeface="Microsoft YaHei UI" panose="020B0503020204020204" pitchFamily="34" charset="-122"/>
              </a:defRPr>
            </a:lvl1pPr>
          </a:lstStyle>
          <a:p>
            <a:pPr rtl="0"/>
            <a:r>
              <a:rPr lang="zh-CN" altLang="en-US" noProof="0" dirty="0"/>
              <a:t>在此处输入标题</a:t>
            </a:r>
          </a:p>
        </p:txBody>
      </p:sp>
      <p:sp>
        <p:nvSpPr>
          <p:cNvPr id="29" name="椭圆形 28">
            <a:extLst>
              <a:ext uri="{FF2B5EF4-FFF2-40B4-BE49-F238E27FC236}">
                <a16:creationId xmlns:a16="http://schemas.microsoft.com/office/drawing/2014/main" id="{E014993B-5057-2A4C-9CA0-383DC5504020}"/>
              </a:ext>
            </a:extLst>
          </p:cNvPr>
          <p:cNvSpPr/>
          <p:nvPr userDrawn="1"/>
        </p:nvSpPr>
        <p:spPr>
          <a:xfrm>
            <a:off x="10429390" y="360726"/>
            <a:ext cx="1035859" cy="1035859"/>
          </a:xfrm>
          <a:prstGeom prst="ellipse">
            <a:avLst/>
          </a:prstGeom>
          <a:noFill/>
          <a:ln w="38100">
            <a:solidFill>
              <a:schemeClr val="accent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
        <p:nvSpPr>
          <p:cNvPr id="31" name="椭圆形 30">
            <a:extLst>
              <a:ext uri="{FF2B5EF4-FFF2-40B4-BE49-F238E27FC236}">
                <a16:creationId xmlns:a16="http://schemas.microsoft.com/office/drawing/2014/main" id="{43B110E8-1FE2-BC47-A5AE-4C698B688B65}"/>
              </a:ext>
            </a:extLst>
          </p:cNvPr>
          <p:cNvSpPr/>
          <p:nvPr userDrawn="1"/>
        </p:nvSpPr>
        <p:spPr>
          <a:xfrm>
            <a:off x="5664570" y="125360"/>
            <a:ext cx="176394" cy="176394"/>
          </a:xfrm>
          <a:prstGeom prst="ellipse">
            <a:avLst/>
          </a:prstGeom>
          <a:solidFill>
            <a:schemeClr val="accent6"/>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
        <p:nvSpPr>
          <p:cNvPr id="32" name="椭圆形 31">
            <a:extLst>
              <a:ext uri="{FF2B5EF4-FFF2-40B4-BE49-F238E27FC236}">
                <a16:creationId xmlns:a16="http://schemas.microsoft.com/office/drawing/2014/main" id="{87DACF2F-5D4D-434D-8786-E4DF0385E6F6}"/>
              </a:ext>
            </a:extLst>
          </p:cNvPr>
          <p:cNvSpPr/>
          <p:nvPr userDrawn="1"/>
        </p:nvSpPr>
        <p:spPr>
          <a:xfrm>
            <a:off x="458087" y="5430446"/>
            <a:ext cx="99011" cy="99011"/>
          </a:xfrm>
          <a:prstGeom prst="ellipse">
            <a:avLst/>
          </a:prstGeom>
          <a:solidFill>
            <a:schemeClr val="accent4"/>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
        <p:nvSpPr>
          <p:cNvPr id="19" name="椭圆形 18">
            <a:extLst>
              <a:ext uri="{FF2B5EF4-FFF2-40B4-BE49-F238E27FC236}">
                <a16:creationId xmlns:a16="http://schemas.microsoft.com/office/drawing/2014/main" id="{CFE816CC-CBCA-7946-B9E5-E9649EF369BE}"/>
              </a:ext>
            </a:extLst>
          </p:cNvPr>
          <p:cNvSpPr/>
          <p:nvPr userDrawn="1"/>
        </p:nvSpPr>
        <p:spPr>
          <a:xfrm>
            <a:off x="11383587" y="6035040"/>
            <a:ext cx="776923" cy="776923"/>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20182784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7" name="日期占位符 6">
            <a:extLst>
              <a:ext uri="{FF2B5EF4-FFF2-40B4-BE49-F238E27FC236}">
                <a16:creationId xmlns:a16="http://schemas.microsoft.com/office/drawing/2014/main" id="{354D8B55-9EA8-4B81-8E84-9B93B0A27559}"/>
              </a:ext>
            </a:extLst>
          </p:cNvPr>
          <p:cNvSpPr>
            <a:spLocks noGrp="1"/>
          </p:cNvSpPr>
          <p:nvPr>
            <p:ph type="dt" sz="half" idx="10"/>
          </p:nvPr>
        </p:nvSpPr>
        <p:spPr/>
        <p:txBody>
          <a:bodyPr rtlCol="0"/>
          <a:lstStyle>
            <a:lvl1pPr>
              <a:defRPr>
                <a:latin typeface="Microsoft YaHei UI" panose="020B0503020204020204" pitchFamily="34" charset="-122"/>
                <a:ea typeface="Microsoft YaHei UI" panose="020B0503020204020204" pitchFamily="34" charset="-122"/>
              </a:defRPr>
            </a:lvl1pPr>
          </a:lstStyle>
          <a:p>
            <a:fld id="{3BEA2895-AE5A-47E7-8245-ABA8B7B9FDFA}" type="datetime1">
              <a:rPr lang="zh-CN" altLang="en-US" noProof="0" smtClean="0"/>
              <a:t>2021/1/31</a:t>
            </a:fld>
            <a:endParaRPr lang="zh-CN" altLang="en-US" noProof="0" dirty="0"/>
          </a:p>
        </p:txBody>
      </p:sp>
      <p:sp>
        <p:nvSpPr>
          <p:cNvPr id="8" name="页脚占位符 7">
            <a:extLst>
              <a:ext uri="{FF2B5EF4-FFF2-40B4-BE49-F238E27FC236}">
                <a16:creationId xmlns:a16="http://schemas.microsoft.com/office/drawing/2014/main" id="{062CA021-2578-47CB-822C-BDDFF7223B28}"/>
              </a:ext>
            </a:extLst>
          </p:cNvPr>
          <p:cNvSpPr>
            <a:spLocks noGrp="1"/>
          </p:cNvSpPr>
          <p:nvPr>
            <p:ph type="ftr" sz="quarter" idx="11"/>
          </p:nvPr>
        </p:nvSpPr>
        <p:spPr/>
        <p:txBody>
          <a:bodyPr rtlCol="0"/>
          <a:lstStyle>
            <a:lvl1pPr>
              <a:defRPr>
                <a:latin typeface="Microsoft YaHei UI" panose="020B0503020204020204" pitchFamily="34" charset="-122"/>
                <a:ea typeface="Microsoft YaHei UI" panose="020B0503020204020204" pitchFamily="34" charset="-122"/>
              </a:defRPr>
            </a:lvl1pPr>
          </a:lstStyle>
          <a:p>
            <a:endParaRPr lang="zh-CN" altLang="en-US" noProof="0" dirty="0"/>
          </a:p>
        </p:txBody>
      </p:sp>
      <p:sp>
        <p:nvSpPr>
          <p:cNvPr id="9" name="灯片编号占位符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rtlCol="0"/>
          <a:lstStyle>
            <a:lvl1pPr>
              <a:defRPr>
                <a:latin typeface="Microsoft YaHei UI" panose="020B0503020204020204" pitchFamily="34" charset="-122"/>
                <a:ea typeface="Microsoft YaHei UI" panose="020B0503020204020204" pitchFamily="34" charset="-122"/>
              </a:defRPr>
            </a:lvl1pPr>
          </a:lstStyle>
          <a:p>
            <a:fld id="{3A98EE3D-8CD1-4C3F-BD1C-C98C9596463C}" type="slidenum">
              <a:rPr lang="en-US" altLang="zh-CN" noProof="0" smtClean="0"/>
              <a:pPr/>
              <a:t>‹#›</a:t>
            </a:fld>
            <a:endParaRPr lang="zh-CN" altLang="en-US" noProof="0" dirty="0"/>
          </a:p>
        </p:txBody>
      </p:sp>
      <p:sp>
        <p:nvSpPr>
          <p:cNvPr id="14" name="图片占位符 3">
            <a:extLst>
              <a:ext uri="{FF2B5EF4-FFF2-40B4-BE49-F238E27FC236}">
                <a16:creationId xmlns:a16="http://schemas.microsoft.com/office/drawing/2014/main" id="{C950F4E3-11A9-2549-A00D-601AEF6E49A4}"/>
              </a:ext>
            </a:extLst>
          </p:cNvPr>
          <p:cNvSpPr>
            <a:spLocks noGrp="1"/>
          </p:cNvSpPr>
          <p:nvPr>
            <p:ph type="pic" sz="quarter" idx="13"/>
          </p:nvPr>
        </p:nvSpPr>
        <p:spPr>
          <a:xfrm>
            <a:off x="1097279" y="2160508"/>
            <a:ext cx="2919413" cy="2919413"/>
          </a:xfrm>
          <a:prstGeom prst="ellipse">
            <a:avLst/>
          </a:prstGeom>
          <a:solidFill>
            <a:srgbClr val="EDEFF7"/>
          </a:solidFill>
          <a:ln w="38100">
            <a:solidFill>
              <a:schemeClr val="accent3"/>
            </a:solidFill>
          </a:ln>
        </p:spPr>
        <p:txBody>
          <a:bodyPr rtlCol="0" anchor="ctr"/>
          <a:lstStyle>
            <a:lvl1pPr algn="ctr">
              <a:defRPr>
                <a:latin typeface="Microsoft YaHei UI" panose="020B0503020204020204" pitchFamily="34" charset="-122"/>
                <a:ea typeface="Microsoft YaHei UI" panose="020B0503020204020204" pitchFamily="34" charset="-122"/>
              </a:defRPr>
            </a:lvl1pPr>
          </a:lstStyle>
          <a:p>
            <a:pPr rtl="0"/>
            <a:r>
              <a:rPr lang="zh-CN" altLang="en-US" noProof="0"/>
              <a:t>单击图标添加图片</a:t>
            </a:r>
            <a:endParaRPr lang="zh-CN" altLang="en-US" noProof="0" dirty="0"/>
          </a:p>
        </p:txBody>
      </p:sp>
      <p:sp>
        <p:nvSpPr>
          <p:cNvPr id="21" name="图片占位符 3">
            <a:extLst>
              <a:ext uri="{FF2B5EF4-FFF2-40B4-BE49-F238E27FC236}">
                <a16:creationId xmlns:a16="http://schemas.microsoft.com/office/drawing/2014/main" id="{21B5A175-E633-E74F-AE3B-DF58F989F443}"/>
              </a:ext>
            </a:extLst>
          </p:cNvPr>
          <p:cNvSpPr>
            <a:spLocks noGrp="1"/>
          </p:cNvSpPr>
          <p:nvPr>
            <p:ph type="pic" sz="quarter" idx="14"/>
          </p:nvPr>
        </p:nvSpPr>
        <p:spPr>
          <a:xfrm>
            <a:off x="4659186" y="2160508"/>
            <a:ext cx="2919413" cy="2919413"/>
          </a:xfrm>
          <a:prstGeom prst="ellipse">
            <a:avLst/>
          </a:prstGeom>
          <a:solidFill>
            <a:srgbClr val="EDEFF7"/>
          </a:solidFill>
          <a:ln w="38100">
            <a:solidFill>
              <a:schemeClr val="accent6"/>
            </a:solidFill>
          </a:ln>
        </p:spPr>
        <p:txBody>
          <a:bodyPr rtlCol="0" anchor="ctr"/>
          <a:lstStyle>
            <a:lvl1pPr algn="ctr">
              <a:defRPr>
                <a:latin typeface="Microsoft YaHei UI" panose="020B0503020204020204" pitchFamily="34" charset="-122"/>
                <a:ea typeface="Microsoft YaHei UI" panose="020B0503020204020204" pitchFamily="34" charset="-122"/>
              </a:defRPr>
            </a:lvl1pPr>
          </a:lstStyle>
          <a:p>
            <a:pPr rtl="0"/>
            <a:r>
              <a:rPr lang="zh-CN" altLang="en-US" noProof="0"/>
              <a:t>单击图标添加图片</a:t>
            </a:r>
            <a:endParaRPr lang="zh-CN" altLang="en-US" noProof="0" dirty="0"/>
          </a:p>
        </p:txBody>
      </p:sp>
      <p:sp>
        <p:nvSpPr>
          <p:cNvPr id="22" name="图片占位符 3">
            <a:extLst>
              <a:ext uri="{FF2B5EF4-FFF2-40B4-BE49-F238E27FC236}">
                <a16:creationId xmlns:a16="http://schemas.microsoft.com/office/drawing/2014/main" id="{261D2778-BA56-D247-9B2C-28D010C9D4E2}"/>
              </a:ext>
            </a:extLst>
          </p:cNvPr>
          <p:cNvSpPr>
            <a:spLocks noGrp="1"/>
          </p:cNvSpPr>
          <p:nvPr>
            <p:ph type="pic" sz="quarter" idx="15"/>
          </p:nvPr>
        </p:nvSpPr>
        <p:spPr>
          <a:xfrm>
            <a:off x="8221093" y="2160508"/>
            <a:ext cx="2919413" cy="2919413"/>
          </a:xfrm>
          <a:prstGeom prst="ellipse">
            <a:avLst/>
          </a:prstGeom>
          <a:solidFill>
            <a:srgbClr val="EDEFF7"/>
          </a:solidFill>
          <a:ln w="38100">
            <a:solidFill>
              <a:schemeClr val="accent1"/>
            </a:solidFill>
          </a:ln>
        </p:spPr>
        <p:txBody>
          <a:bodyPr rtlCol="0" anchor="ctr"/>
          <a:lstStyle>
            <a:lvl1pPr algn="ctr">
              <a:defRPr>
                <a:latin typeface="Microsoft YaHei UI" panose="020B0503020204020204" pitchFamily="34" charset="-122"/>
                <a:ea typeface="Microsoft YaHei UI" panose="020B0503020204020204" pitchFamily="34" charset="-122"/>
              </a:defRPr>
            </a:lvl1pPr>
          </a:lstStyle>
          <a:p>
            <a:pPr rtl="0"/>
            <a:r>
              <a:rPr lang="zh-CN" altLang="en-US" noProof="0"/>
              <a:t>单击图标添加图片</a:t>
            </a:r>
            <a:endParaRPr lang="zh-CN" altLang="en-US" noProof="0" dirty="0"/>
          </a:p>
        </p:txBody>
      </p:sp>
      <p:sp>
        <p:nvSpPr>
          <p:cNvPr id="23" name="文本占位符 3">
            <a:extLst>
              <a:ext uri="{FF2B5EF4-FFF2-40B4-BE49-F238E27FC236}">
                <a16:creationId xmlns:a16="http://schemas.microsoft.com/office/drawing/2014/main" id="{2DAF6EFF-134E-BA40-8B51-917FDE13C076}"/>
              </a:ext>
            </a:extLst>
          </p:cNvPr>
          <p:cNvSpPr>
            <a:spLocks noGrp="1"/>
          </p:cNvSpPr>
          <p:nvPr>
            <p:ph type="body" sz="half" idx="2" hasCustomPrompt="1"/>
          </p:nvPr>
        </p:nvSpPr>
        <p:spPr>
          <a:xfrm>
            <a:off x="1097279" y="5486968"/>
            <a:ext cx="2919413" cy="583534"/>
          </a:xfrm>
        </p:spPr>
        <p:txBody>
          <a:bodyPr lIns="91440" rIns="91440" rtlCol="0" anchor="ctr">
            <a:normAutofit/>
          </a:bodyPr>
          <a:lstStyle>
            <a:lvl1pPr marL="0" indent="0" algn="ctr">
              <a:buNone/>
              <a:defRPr sz="1800" cap="all" baseline="0">
                <a:solidFill>
                  <a:schemeClr val="tx1"/>
                </a:solidFill>
                <a:latin typeface="Microsoft YaHei UI" panose="020B0503020204020204" pitchFamily="34" charset="-122"/>
                <a:ea typeface="Microsoft YaHei UI" panose="020B0503020204020204" pitchFamily="34" charset="-122"/>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zh-CN" altLang="en-US" noProof="0" dirty="0"/>
              <a:t>在此处输入名称</a:t>
            </a:r>
          </a:p>
        </p:txBody>
      </p:sp>
      <p:sp>
        <p:nvSpPr>
          <p:cNvPr id="24" name="文本占位符 3">
            <a:extLst>
              <a:ext uri="{FF2B5EF4-FFF2-40B4-BE49-F238E27FC236}">
                <a16:creationId xmlns:a16="http://schemas.microsoft.com/office/drawing/2014/main" id="{188BF917-678C-1249-95B9-7FD2AC7B2231}"/>
              </a:ext>
            </a:extLst>
          </p:cNvPr>
          <p:cNvSpPr>
            <a:spLocks noGrp="1"/>
          </p:cNvSpPr>
          <p:nvPr>
            <p:ph type="body" sz="half" idx="16" hasCustomPrompt="1"/>
          </p:nvPr>
        </p:nvSpPr>
        <p:spPr>
          <a:xfrm>
            <a:off x="4666773" y="5486968"/>
            <a:ext cx="2919413" cy="583534"/>
          </a:xfrm>
        </p:spPr>
        <p:txBody>
          <a:bodyPr lIns="91440" rIns="91440" rtlCol="0" anchor="ctr">
            <a:normAutofit/>
          </a:bodyPr>
          <a:lstStyle>
            <a:lvl1pPr marL="0" indent="0" algn="ctr">
              <a:buNone/>
              <a:defRPr sz="1800" cap="all" baseline="0">
                <a:solidFill>
                  <a:schemeClr val="tx1"/>
                </a:solidFill>
                <a:latin typeface="Microsoft YaHei UI" panose="020B0503020204020204" pitchFamily="34" charset="-122"/>
                <a:ea typeface="Microsoft YaHei UI" panose="020B0503020204020204" pitchFamily="34" charset="-122"/>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zh-CN" altLang="en-US" noProof="0" dirty="0"/>
              <a:t>在此处输入名称</a:t>
            </a:r>
          </a:p>
        </p:txBody>
      </p:sp>
      <p:sp>
        <p:nvSpPr>
          <p:cNvPr id="25" name="文本占位符 3">
            <a:extLst>
              <a:ext uri="{FF2B5EF4-FFF2-40B4-BE49-F238E27FC236}">
                <a16:creationId xmlns:a16="http://schemas.microsoft.com/office/drawing/2014/main" id="{BAFF17AE-3EA2-2D47-BCDD-E5587B127062}"/>
              </a:ext>
            </a:extLst>
          </p:cNvPr>
          <p:cNvSpPr>
            <a:spLocks noGrp="1"/>
          </p:cNvSpPr>
          <p:nvPr>
            <p:ph type="body" sz="half" idx="17" hasCustomPrompt="1"/>
          </p:nvPr>
        </p:nvSpPr>
        <p:spPr>
          <a:xfrm>
            <a:off x="8236267" y="5486968"/>
            <a:ext cx="2919413" cy="583534"/>
          </a:xfrm>
        </p:spPr>
        <p:txBody>
          <a:bodyPr lIns="91440" rIns="91440" rtlCol="0" anchor="ctr">
            <a:normAutofit/>
          </a:bodyPr>
          <a:lstStyle>
            <a:lvl1pPr marL="0" indent="0" algn="ctr">
              <a:buNone/>
              <a:defRPr sz="1800" cap="all" baseline="0">
                <a:solidFill>
                  <a:schemeClr val="tx1"/>
                </a:solidFill>
                <a:latin typeface="Microsoft YaHei UI" panose="020B0503020204020204" pitchFamily="34" charset="-122"/>
                <a:ea typeface="Microsoft YaHei UI" panose="020B0503020204020204" pitchFamily="34" charset="-122"/>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zh-CN" altLang="en-US" noProof="0" dirty="0"/>
              <a:t>在此处输入名称</a:t>
            </a:r>
          </a:p>
        </p:txBody>
      </p:sp>
      <p:grpSp>
        <p:nvGrpSpPr>
          <p:cNvPr id="26" name="组 25">
            <a:extLst>
              <a:ext uri="{FF2B5EF4-FFF2-40B4-BE49-F238E27FC236}">
                <a16:creationId xmlns:a16="http://schemas.microsoft.com/office/drawing/2014/main" id="{F2D7EDB7-7C02-0245-8A1F-553F094A4429}"/>
              </a:ext>
            </a:extLst>
          </p:cNvPr>
          <p:cNvGrpSpPr/>
          <p:nvPr userDrawn="1"/>
        </p:nvGrpSpPr>
        <p:grpSpPr>
          <a:xfrm rot="5400000">
            <a:off x="-21619" y="1088453"/>
            <a:ext cx="910099" cy="99010"/>
            <a:chOff x="622418" y="280927"/>
            <a:chExt cx="2335705" cy="254101"/>
          </a:xfrm>
        </p:grpSpPr>
        <p:sp>
          <p:nvSpPr>
            <p:cNvPr id="27" name="椭圆形 26">
              <a:extLst>
                <a:ext uri="{FF2B5EF4-FFF2-40B4-BE49-F238E27FC236}">
                  <a16:creationId xmlns:a16="http://schemas.microsoft.com/office/drawing/2014/main" id="{8CF5D165-4F6F-2447-8B9E-8B0D94808ED3}"/>
                </a:ext>
              </a:extLst>
            </p:cNvPr>
            <p:cNvSpPr/>
            <p:nvPr userDrawn="1"/>
          </p:nvSpPr>
          <p:spPr>
            <a:xfrm>
              <a:off x="1038739" y="280927"/>
              <a:ext cx="254101" cy="254101"/>
            </a:xfrm>
            <a:prstGeom prst="ellipse">
              <a:avLst/>
            </a:prstGeom>
            <a:solidFill>
              <a:schemeClr val="accent2"/>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
          <p:nvSpPr>
            <p:cNvPr id="28" name="椭圆形 27">
              <a:extLst>
                <a:ext uri="{FF2B5EF4-FFF2-40B4-BE49-F238E27FC236}">
                  <a16:creationId xmlns:a16="http://schemas.microsoft.com/office/drawing/2014/main" id="{146C35C7-7133-4C43-BBF7-575440F7BAD3}"/>
                </a:ext>
              </a:extLst>
            </p:cNvPr>
            <p:cNvSpPr/>
            <p:nvPr userDrawn="1"/>
          </p:nvSpPr>
          <p:spPr>
            <a:xfrm>
              <a:off x="1455060" y="280927"/>
              <a:ext cx="254101" cy="254101"/>
            </a:xfrm>
            <a:prstGeom prst="ellipse">
              <a:avLst/>
            </a:prstGeom>
            <a:solidFill>
              <a:schemeClr val="accent3"/>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
          <p:nvSpPr>
            <p:cNvPr id="29" name="椭圆形 28">
              <a:extLst>
                <a:ext uri="{FF2B5EF4-FFF2-40B4-BE49-F238E27FC236}">
                  <a16:creationId xmlns:a16="http://schemas.microsoft.com/office/drawing/2014/main" id="{D33DD7BE-C379-5C42-9FB0-EF72161049F4}"/>
                </a:ext>
              </a:extLst>
            </p:cNvPr>
            <p:cNvSpPr/>
            <p:nvPr userDrawn="1"/>
          </p:nvSpPr>
          <p:spPr>
            <a:xfrm>
              <a:off x="1871381" y="280927"/>
              <a:ext cx="254101" cy="254101"/>
            </a:xfrm>
            <a:prstGeom prst="ellipse">
              <a:avLst/>
            </a:prstGeom>
            <a:solidFill>
              <a:schemeClr val="accent4"/>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
          <p:nvSpPr>
            <p:cNvPr id="30" name="椭圆形 29">
              <a:extLst>
                <a:ext uri="{FF2B5EF4-FFF2-40B4-BE49-F238E27FC236}">
                  <a16:creationId xmlns:a16="http://schemas.microsoft.com/office/drawing/2014/main" id="{743DFC41-C6DE-7942-9358-E23A1EE8759D}"/>
                </a:ext>
              </a:extLst>
            </p:cNvPr>
            <p:cNvSpPr/>
            <p:nvPr userDrawn="1"/>
          </p:nvSpPr>
          <p:spPr>
            <a:xfrm>
              <a:off x="2287702" y="280927"/>
              <a:ext cx="254101" cy="254101"/>
            </a:xfrm>
            <a:prstGeom prst="ellipse">
              <a:avLst/>
            </a:prstGeom>
            <a:solidFill>
              <a:schemeClr val="accent5"/>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
          <p:nvSpPr>
            <p:cNvPr id="31" name="椭圆形 30">
              <a:extLst>
                <a:ext uri="{FF2B5EF4-FFF2-40B4-BE49-F238E27FC236}">
                  <a16:creationId xmlns:a16="http://schemas.microsoft.com/office/drawing/2014/main" id="{A2ABB593-7229-9548-8BCC-C947B1BF8D93}"/>
                </a:ext>
              </a:extLst>
            </p:cNvPr>
            <p:cNvSpPr/>
            <p:nvPr userDrawn="1"/>
          </p:nvSpPr>
          <p:spPr>
            <a:xfrm>
              <a:off x="2704022" y="280927"/>
              <a:ext cx="254101" cy="254101"/>
            </a:xfrm>
            <a:prstGeom prst="ellipse">
              <a:avLst/>
            </a:prstGeom>
            <a:solidFill>
              <a:schemeClr val="accent6"/>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
          <p:nvSpPr>
            <p:cNvPr id="32" name="椭圆形 31">
              <a:extLst>
                <a:ext uri="{FF2B5EF4-FFF2-40B4-BE49-F238E27FC236}">
                  <a16:creationId xmlns:a16="http://schemas.microsoft.com/office/drawing/2014/main" id="{986D2413-D60D-484E-ACAB-31891AFDA133}"/>
                </a:ext>
              </a:extLst>
            </p:cNvPr>
            <p:cNvSpPr/>
            <p:nvPr userDrawn="1"/>
          </p:nvSpPr>
          <p:spPr>
            <a:xfrm>
              <a:off x="622418" y="280927"/>
              <a:ext cx="254101" cy="254101"/>
            </a:xfrm>
            <a:prstGeom prst="ellipse">
              <a:avLst/>
            </a:pr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grpSp>
      <p:sp>
        <p:nvSpPr>
          <p:cNvPr id="34" name="标题 1">
            <a:extLst>
              <a:ext uri="{FF2B5EF4-FFF2-40B4-BE49-F238E27FC236}">
                <a16:creationId xmlns:a16="http://schemas.microsoft.com/office/drawing/2014/main" id="{86090E0F-345E-3D4B-8886-95D8A4A77CE7}"/>
              </a:ext>
            </a:extLst>
          </p:cNvPr>
          <p:cNvSpPr>
            <a:spLocks noGrp="1"/>
          </p:cNvSpPr>
          <p:nvPr>
            <p:ph type="title" hasCustomPrompt="1"/>
          </p:nvPr>
        </p:nvSpPr>
        <p:spPr>
          <a:xfrm>
            <a:off x="1097280" y="421817"/>
            <a:ext cx="10058400" cy="1369074"/>
          </a:xfrm>
          <a:prstGeom prst="rect">
            <a:avLst/>
          </a:prstGeom>
        </p:spPr>
        <p:txBody>
          <a:bodyPr lIns="0" rIns="0" rtlCol="0" anchor="ctr">
            <a:normAutofit/>
          </a:bodyPr>
          <a:lstStyle>
            <a:lvl1pPr>
              <a:defRPr sz="4000" cap="all" baseline="0">
                <a:latin typeface="Microsoft YaHei UI" panose="020B0503020204020204" pitchFamily="34" charset="-122"/>
                <a:ea typeface="Microsoft YaHei UI" panose="020B0503020204020204" pitchFamily="34" charset="-122"/>
              </a:defRPr>
            </a:lvl1pPr>
          </a:lstStyle>
          <a:p>
            <a:pPr rtl="0"/>
            <a:r>
              <a:rPr lang="zh-CN" altLang="en-US" noProof="0" dirty="0"/>
              <a:t>在此处输入标题</a:t>
            </a:r>
          </a:p>
        </p:txBody>
      </p:sp>
    </p:spTree>
    <p:extLst>
      <p:ext uri="{BB962C8B-B14F-4D97-AF65-F5344CB8AC3E}">
        <p14:creationId xmlns:p14="http://schemas.microsoft.com/office/powerpoint/2010/main" val="32586829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2417873" y="758952"/>
            <a:ext cx="7356255" cy="3566160"/>
          </a:xfrm>
          <a:prstGeom prst="rect">
            <a:avLst/>
          </a:prstGeom>
        </p:spPr>
        <p:txBody>
          <a:bodyPr rtlCol="0" anchor="b" anchorCtr="0">
            <a:normAutofit/>
          </a:bodyPr>
          <a:lstStyle>
            <a:lvl1pPr algn="ctr">
              <a:lnSpc>
                <a:spcPct val="90000"/>
              </a:lnSpc>
              <a:defRPr sz="8000" b="0">
                <a:solidFill>
                  <a:schemeClr val="tx1"/>
                </a:solidFill>
                <a:latin typeface="Microsoft YaHei UI" panose="020B0503020204020204" pitchFamily="34" charset="-122"/>
                <a:ea typeface="Microsoft YaHei UI" panose="020B0503020204020204" pitchFamily="34" charset="-122"/>
              </a:defRPr>
            </a:lvl1pPr>
          </a:lstStyle>
          <a:p>
            <a:pPr rtl="0"/>
            <a:r>
              <a:rPr lang="zh-CN" altLang="en-US" noProof="0"/>
              <a:t>单击此处编辑母版标题样式</a:t>
            </a:r>
            <a:endParaRPr lang="zh-CN" altLang="en-US" noProof="0" dirty="0"/>
          </a:p>
        </p:txBody>
      </p:sp>
      <p:sp>
        <p:nvSpPr>
          <p:cNvPr id="3" name="文本占位符 2"/>
          <p:cNvSpPr>
            <a:spLocks noGrp="1"/>
          </p:cNvSpPr>
          <p:nvPr>
            <p:ph type="body" idx="1"/>
          </p:nvPr>
        </p:nvSpPr>
        <p:spPr>
          <a:xfrm>
            <a:off x="2417873" y="4663440"/>
            <a:ext cx="7356255" cy="1143000"/>
          </a:xfrm>
        </p:spPr>
        <p:txBody>
          <a:bodyPr lIns="91440" rIns="91440" rtlCol="0" anchor="t" anchorCtr="0">
            <a:normAutofit/>
          </a:bodyPr>
          <a:lstStyle>
            <a:lvl1pPr marL="0" indent="0" algn="ctr">
              <a:buNone/>
              <a:defRPr sz="2400" cap="all" spc="200" baseline="0">
                <a:solidFill>
                  <a:schemeClr val="tx1"/>
                </a:solidFill>
                <a:latin typeface="Microsoft YaHei UI" panose="020B0503020204020204" pitchFamily="34" charset="-122"/>
                <a:ea typeface="Microsoft YaHei UI" panose="020B0503020204020204" pitchFamily="34" charset="-122"/>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zh-CN" altLang="en-US" noProof="0"/>
              <a:t>单击此处编辑母版文本样式</a:t>
            </a:r>
          </a:p>
        </p:txBody>
      </p:sp>
      <p:cxnSp>
        <p:nvCxnSpPr>
          <p:cNvPr id="9" name="直接连接符​​(S) 8">
            <a:extLst>
              <a:ext uri="{FF2B5EF4-FFF2-40B4-BE49-F238E27FC236}">
                <a16:creationId xmlns:a16="http://schemas.microsoft.com/office/drawing/2014/main" id="{459DE2C1-4C52-40A3-8959-27B2C1BEBFF6}"/>
              </a:ext>
            </a:extLst>
          </p:cNvPr>
          <p:cNvCxnSpPr/>
          <p:nvPr/>
        </p:nvCxnSpPr>
        <p:spPr>
          <a:xfrm>
            <a:off x="1158240" y="4485132"/>
            <a:ext cx="987552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日期占位符 6">
            <a:extLst>
              <a:ext uri="{FF2B5EF4-FFF2-40B4-BE49-F238E27FC236}">
                <a16:creationId xmlns:a16="http://schemas.microsoft.com/office/drawing/2014/main" id="{AAF2E137-EC28-48F8-9198-1F02539029B6}"/>
              </a:ext>
            </a:extLst>
          </p:cNvPr>
          <p:cNvSpPr>
            <a:spLocks noGrp="1"/>
          </p:cNvSpPr>
          <p:nvPr>
            <p:ph type="dt" sz="half" idx="10"/>
          </p:nvPr>
        </p:nvSpPr>
        <p:spPr/>
        <p:txBody>
          <a:bodyPr rtlCol="0"/>
          <a:lstStyle>
            <a:lvl1pPr>
              <a:defRPr>
                <a:latin typeface="Microsoft YaHei UI" panose="020B0503020204020204" pitchFamily="34" charset="-122"/>
                <a:ea typeface="Microsoft YaHei UI" panose="020B0503020204020204" pitchFamily="34" charset="-122"/>
              </a:defRPr>
            </a:lvl1pPr>
          </a:lstStyle>
          <a:p>
            <a:fld id="{E0032DD6-3745-450D-9639-BC1248F9864D}" type="datetime1">
              <a:rPr lang="zh-CN" altLang="en-US" noProof="0" smtClean="0"/>
              <a:t>2021/1/31</a:t>
            </a:fld>
            <a:endParaRPr lang="zh-CN" altLang="en-US" noProof="0" dirty="0"/>
          </a:p>
        </p:txBody>
      </p:sp>
      <p:sp>
        <p:nvSpPr>
          <p:cNvPr id="8" name="页脚占位符 7">
            <a:extLst>
              <a:ext uri="{FF2B5EF4-FFF2-40B4-BE49-F238E27FC236}">
                <a16:creationId xmlns:a16="http://schemas.microsoft.com/office/drawing/2014/main" id="{189422CD-6F62-4DD6-89EF-07A60B42D219}"/>
              </a:ext>
            </a:extLst>
          </p:cNvPr>
          <p:cNvSpPr>
            <a:spLocks noGrp="1"/>
          </p:cNvSpPr>
          <p:nvPr>
            <p:ph type="ftr" sz="quarter" idx="11"/>
          </p:nvPr>
        </p:nvSpPr>
        <p:spPr/>
        <p:txBody>
          <a:bodyPr rtlCol="0"/>
          <a:lstStyle>
            <a:lvl1pPr>
              <a:defRPr>
                <a:latin typeface="Microsoft YaHei UI" panose="020B0503020204020204" pitchFamily="34" charset="-122"/>
                <a:ea typeface="Microsoft YaHei UI" panose="020B0503020204020204" pitchFamily="34" charset="-122"/>
              </a:defRPr>
            </a:lvl1pPr>
          </a:lstStyle>
          <a:p>
            <a:endParaRPr lang="zh-CN" altLang="en-US" noProof="0" dirty="0"/>
          </a:p>
        </p:txBody>
      </p:sp>
      <p:sp>
        <p:nvSpPr>
          <p:cNvPr id="11" name="灯片编号占位符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rtlCol="0"/>
          <a:lstStyle>
            <a:lvl1pPr>
              <a:defRPr>
                <a:latin typeface="Microsoft YaHei UI" panose="020B0503020204020204" pitchFamily="34" charset="-122"/>
                <a:ea typeface="Microsoft YaHei UI" panose="020B0503020204020204" pitchFamily="34" charset="-122"/>
              </a:defRPr>
            </a:lvl1pPr>
          </a:lstStyle>
          <a:p>
            <a:fld id="{3A98EE3D-8CD1-4C3F-BD1C-C98C9596463C}" type="slidenum">
              <a:rPr lang="en-US" altLang="zh-CN" noProof="0" smtClean="0"/>
              <a:pPr/>
              <a:t>‹#›</a:t>
            </a:fld>
            <a:endParaRPr lang="zh-CN" altLang="en-US" noProof="0" dirty="0"/>
          </a:p>
        </p:txBody>
      </p:sp>
      <p:sp>
        <p:nvSpPr>
          <p:cNvPr id="12" name="椭圆形 11">
            <a:extLst>
              <a:ext uri="{FF2B5EF4-FFF2-40B4-BE49-F238E27FC236}">
                <a16:creationId xmlns:a16="http://schemas.microsoft.com/office/drawing/2014/main" id="{8675A452-E352-BE40-9E44-7C0E90F4DBC5}"/>
              </a:ext>
            </a:extLst>
          </p:cNvPr>
          <p:cNvSpPr/>
          <p:nvPr userDrawn="1"/>
        </p:nvSpPr>
        <p:spPr>
          <a:xfrm>
            <a:off x="10429390" y="360726"/>
            <a:ext cx="1035859" cy="1035859"/>
          </a:xfrm>
          <a:prstGeom prst="ellipse">
            <a:avLst/>
          </a:prstGeom>
          <a:noFill/>
          <a:ln w="38100">
            <a:solidFill>
              <a:schemeClr val="accent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
        <p:nvSpPr>
          <p:cNvPr id="13" name="椭圆形 12">
            <a:extLst>
              <a:ext uri="{FF2B5EF4-FFF2-40B4-BE49-F238E27FC236}">
                <a16:creationId xmlns:a16="http://schemas.microsoft.com/office/drawing/2014/main" id="{72E00246-7C7C-8E48-B95E-02BE89F197F5}"/>
              </a:ext>
            </a:extLst>
          </p:cNvPr>
          <p:cNvSpPr/>
          <p:nvPr userDrawn="1"/>
        </p:nvSpPr>
        <p:spPr>
          <a:xfrm>
            <a:off x="10337662" y="4398630"/>
            <a:ext cx="1700492" cy="1700492"/>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
        <p:nvSpPr>
          <p:cNvPr id="14" name="椭圆形 13">
            <a:extLst>
              <a:ext uri="{FF2B5EF4-FFF2-40B4-BE49-F238E27FC236}">
                <a16:creationId xmlns:a16="http://schemas.microsoft.com/office/drawing/2014/main" id="{EBF1652A-A323-BC48-9A00-7ECF1C4E1DA4}"/>
              </a:ext>
            </a:extLst>
          </p:cNvPr>
          <p:cNvSpPr/>
          <p:nvPr userDrawn="1"/>
        </p:nvSpPr>
        <p:spPr>
          <a:xfrm>
            <a:off x="11634902" y="2565781"/>
            <a:ext cx="283407" cy="283407"/>
          </a:xfrm>
          <a:prstGeom prst="ellipse">
            <a:avLst/>
          </a:prstGeom>
          <a:solidFill>
            <a:schemeClr val="accent2"/>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
        <p:nvSpPr>
          <p:cNvPr id="15" name="椭圆形 14">
            <a:extLst>
              <a:ext uri="{FF2B5EF4-FFF2-40B4-BE49-F238E27FC236}">
                <a16:creationId xmlns:a16="http://schemas.microsoft.com/office/drawing/2014/main" id="{F733BC29-8FD1-CB45-8FF6-0C7CC3CB423D}"/>
              </a:ext>
            </a:extLst>
          </p:cNvPr>
          <p:cNvSpPr/>
          <p:nvPr userDrawn="1"/>
        </p:nvSpPr>
        <p:spPr>
          <a:xfrm>
            <a:off x="458087" y="5430446"/>
            <a:ext cx="99011" cy="99011"/>
          </a:xfrm>
          <a:prstGeom prst="ellipse">
            <a:avLst/>
          </a:prstGeom>
          <a:solidFill>
            <a:schemeClr val="accent4"/>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
        <p:nvSpPr>
          <p:cNvPr id="16" name="椭圆形 15">
            <a:extLst>
              <a:ext uri="{FF2B5EF4-FFF2-40B4-BE49-F238E27FC236}">
                <a16:creationId xmlns:a16="http://schemas.microsoft.com/office/drawing/2014/main" id="{4C67EB1F-C984-B840-BD1F-FD174D01A3AF}"/>
              </a:ext>
            </a:extLst>
          </p:cNvPr>
          <p:cNvSpPr/>
          <p:nvPr userDrawn="1"/>
        </p:nvSpPr>
        <p:spPr>
          <a:xfrm>
            <a:off x="6135" y="0"/>
            <a:ext cx="1700492" cy="1700492"/>
          </a:xfrm>
          <a:prstGeom prst="ellipse">
            <a:avLst/>
          </a:prstGeom>
          <a:noFill/>
          <a:ln w="38100">
            <a:solidFill>
              <a:schemeClr val="accent5"/>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grpSp>
        <p:nvGrpSpPr>
          <p:cNvPr id="39" name="组 38">
            <a:extLst>
              <a:ext uri="{FF2B5EF4-FFF2-40B4-BE49-F238E27FC236}">
                <a16:creationId xmlns:a16="http://schemas.microsoft.com/office/drawing/2014/main" id="{9D75F8B1-A294-E349-BD08-B06B2954212A}"/>
              </a:ext>
            </a:extLst>
          </p:cNvPr>
          <p:cNvGrpSpPr/>
          <p:nvPr userDrawn="1"/>
        </p:nvGrpSpPr>
        <p:grpSpPr>
          <a:xfrm>
            <a:off x="495300" y="0"/>
            <a:ext cx="11201400" cy="6880860"/>
            <a:chOff x="495300" y="0"/>
            <a:chExt cx="11201400" cy="6880860"/>
          </a:xfrm>
        </p:grpSpPr>
        <p:sp>
          <p:nvSpPr>
            <p:cNvPr id="33" name="任意多边形(F) 32">
              <a:extLst>
                <a:ext uri="{FF2B5EF4-FFF2-40B4-BE49-F238E27FC236}">
                  <a16:creationId xmlns:a16="http://schemas.microsoft.com/office/drawing/2014/main" id="{5942EFAD-842E-9C46-9853-C0F135D24007}"/>
                </a:ext>
              </a:extLst>
            </p:cNvPr>
            <p:cNvSpPr/>
            <p:nvPr userDrawn="1"/>
          </p:nvSpPr>
          <p:spPr>
            <a:xfrm>
              <a:off x="495300" y="0"/>
              <a:ext cx="1337265" cy="6880860"/>
            </a:xfrm>
            <a:custGeom>
              <a:avLst/>
              <a:gdLst>
                <a:gd name="connsiteX0" fmla="*/ 1173967 w 1337265"/>
                <a:gd name="connsiteY0" fmla="*/ 0 h 6880860"/>
                <a:gd name="connsiteX1" fmla="*/ 1319300 w 1337265"/>
                <a:gd name="connsiteY1" fmla="*/ 0 h 6880860"/>
                <a:gd name="connsiteX2" fmla="*/ 1204253 w 1337265"/>
                <a:gd name="connsiteY2" fmla="*/ 146399 h 6880860"/>
                <a:gd name="connsiteX3" fmla="*/ 114300 w 1337265"/>
                <a:gd name="connsiteY3" fmla="*/ 3429000 h 6880860"/>
                <a:gd name="connsiteX4" fmla="*/ 1204253 w 1337265"/>
                <a:gd name="connsiteY4" fmla="*/ 6711601 h 6880860"/>
                <a:gd name="connsiteX5" fmla="*/ 1337265 w 1337265"/>
                <a:gd name="connsiteY5" fmla="*/ 6880860 h 6880860"/>
                <a:gd name="connsiteX6" fmla="*/ 1191931 w 1337265"/>
                <a:gd name="connsiteY6" fmla="*/ 6880860 h 6880860"/>
                <a:gd name="connsiteX7" fmla="*/ 1112661 w 1337265"/>
                <a:gd name="connsiteY7" fmla="*/ 6779988 h 6880860"/>
                <a:gd name="connsiteX8" fmla="*/ 0 w 1337265"/>
                <a:gd name="connsiteY8" fmla="*/ 3429000 h 6880860"/>
                <a:gd name="connsiteX9" fmla="*/ 1112661 w 1337265"/>
                <a:gd name="connsiteY9" fmla="*/ 78012 h 6880860"/>
                <a:gd name="connsiteX10" fmla="*/ 1173967 w 1337265"/>
                <a:gd name="connsiteY10" fmla="*/ 0 h 6880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37265" h="6880860">
                  <a:moveTo>
                    <a:pt x="1173967" y="0"/>
                  </a:moveTo>
                  <a:lnTo>
                    <a:pt x="1319300" y="0"/>
                  </a:lnTo>
                  <a:lnTo>
                    <a:pt x="1204253" y="146399"/>
                  </a:lnTo>
                  <a:cubicBezTo>
                    <a:pt x="519693" y="1061765"/>
                    <a:pt x="114300" y="2198040"/>
                    <a:pt x="114300" y="3429000"/>
                  </a:cubicBezTo>
                  <a:cubicBezTo>
                    <a:pt x="114300" y="4659960"/>
                    <a:pt x="519693" y="5796235"/>
                    <a:pt x="1204253" y="6711601"/>
                  </a:cubicBezTo>
                  <a:lnTo>
                    <a:pt x="1337265" y="6880860"/>
                  </a:lnTo>
                  <a:lnTo>
                    <a:pt x="1191931" y="6880860"/>
                  </a:lnTo>
                  <a:lnTo>
                    <a:pt x="1112661" y="6779988"/>
                  </a:lnTo>
                  <a:cubicBezTo>
                    <a:pt x="413839" y="5845552"/>
                    <a:pt x="0" y="4685605"/>
                    <a:pt x="0" y="3429000"/>
                  </a:cubicBezTo>
                  <a:cubicBezTo>
                    <a:pt x="0" y="2172395"/>
                    <a:pt x="413839" y="1012448"/>
                    <a:pt x="1112661" y="78012"/>
                  </a:cubicBezTo>
                  <a:lnTo>
                    <a:pt x="1173967"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
          <p:nvSpPr>
            <p:cNvPr id="32" name="任意多边形(F) 31">
              <a:extLst>
                <a:ext uri="{FF2B5EF4-FFF2-40B4-BE49-F238E27FC236}">
                  <a16:creationId xmlns:a16="http://schemas.microsoft.com/office/drawing/2014/main" id="{BE0B7AF7-52C0-EB45-93DE-79DFF44F5AAE}"/>
                </a:ext>
              </a:extLst>
            </p:cNvPr>
            <p:cNvSpPr/>
            <p:nvPr userDrawn="1"/>
          </p:nvSpPr>
          <p:spPr>
            <a:xfrm>
              <a:off x="10359435" y="0"/>
              <a:ext cx="1337265" cy="6880860"/>
            </a:xfrm>
            <a:custGeom>
              <a:avLst/>
              <a:gdLst>
                <a:gd name="connsiteX0" fmla="*/ 17965 w 1337265"/>
                <a:gd name="connsiteY0" fmla="*/ 0 h 6880860"/>
                <a:gd name="connsiteX1" fmla="*/ 163299 w 1337265"/>
                <a:gd name="connsiteY1" fmla="*/ 0 h 6880860"/>
                <a:gd name="connsiteX2" fmla="*/ 224604 w 1337265"/>
                <a:gd name="connsiteY2" fmla="*/ 78012 h 6880860"/>
                <a:gd name="connsiteX3" fmla="*/ 1337265 w 1337265"/>
                <a:gd name="connsiteY3" fmla="*/ 3429000 h 6880860"/>
                <a:gd name="connsiteX4" fmla="*/ 224604 w 1337265"/>
                <a:gd name="connsiteY4" fmla="*/ 6779988 h 6880860"/>
                <a:gd name="connsiteX5" fmla="*/ 145334 w 1337265"/>
                <a:gd name="connsiteY5" fmla="*/ 6880860 h 6880860"/>
                <a:gd name="connsiteX6" fmla="*/ 0 w 1337265"/>
                <a:gd name="connsiteY6" fmla="*/ 6880860 h 6880860"/>
                <a:gd name="connsiteX7" fmla="*/ 133012 w 1337265"/>
                <a:gd name="connsiteY7" fmla="*/ 6711601 h 6880860"/>
                <a:gd name="connsiteX8" fmla="*/ 1222965 w 1337265"/>
                <a:gd name="connsiteY8" fmla="*/ 3429000 h 6880860"/>
                <a:gd name="connsiteX9" fmla="*/ 133012 w 1337265"/>
                <a:gd name="connsiteY9" fmla="*/ 146399 h 6880860"/>
                <a:gd name="connsiteX10" fmla="*/ 17965 w 1337265"/>
                <a:gd name="connsiteY10" fmla="*/ 0 h 6880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37265" h="6880860">
                  <a:moveTo>
                    <a:pt x="17965" y="0"/>
                  </a:moveTo>
                  <a:lnTo>
                    <a:pt x="163299" y="0"/>
                  </a:lnTo>
                  <a:lnTo>
                    <a:pt x="224604" y="78012"/>
                  </a:lnTo>
                  <a:cubicBezTo>
                    <a:pt x="923426" y="1012448"/>
                    <a:pt x="1337265" y="2172395"/>
                    <a:pt x="1337265" y="3429000"/>
                  </a:cubicBezTo>
                  <a:cubicBezTo>
                    <a:pt x="1337265" y="4685605"/>
                    <a:pt x="923426" y="5845552"/>
                    <a:pt x="224604" y="6779988"/>
                  </a:cubicBezTo>
                  <a:lnTo>
                    <a:pt x="145334" y="6880860"/>
                  </a:lnTo>
                  <a:lnTo>
                    <a:pt x="0" y="6880860"/>
                  </a:lnTo>
                  <a:lnTo>
                    <a:pt x="133012" y="6711601"/>
                  </a:lnTo>
                  <a:cubicBezTo>
                    <a:pt x="817572" y="5796235"/>
                    <a:pt x="1222965" y="4659960"/>
                    <a:pt x="1222965" y="3429000"/>
                  </a:cubicBezTo>
                  <a:cubicBezTo>
                    <a:pt x="1222965" y="2198040"/>
                    <a:pt x="817572" y="1061765"/>
                    <a:pt x="133012" y="146399"/>
                  </a:cubicBezTo>
                  <a:lnTo>
                    <a:pt x="17965"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grpSp>
    </p:spTree>
    <p:extLst>
      <p:ext uri="{BB962C8B-B14F-4D97-AF65-F5344CB8AC3E}">
        <p14:creationId xmlns:p14="http://schemas.microsoft.com/office/powerpoint/2010/main" val="25969842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1097280" y="2120900"/>
            <a:ext cx="4639736" cy="3748193"/>
          </a:xfrm>
        </p:spPr>
        <p:txBody>
          <a:bodyPr rtlCol="0"/>
          <a:lstStyle>
            <a:lvl1pPr>
              <a:defRPr>
                <a:latin typeface="Microsoft YaHei UI" panose="020B0503020204020204" pitchFamily="34" charset="-122"/>
                <a:ea typeface="Microsoft YaHei UI" panose="020B0503020204020204" pitchFamily="34" charset="-122"/>
              </a:defRPr>
            </a:lvl1pPr>
            <a:lvl2pPr>
              <a:defRPr>
                <a:latin typeface="Microsoft YaHei UI" panose="020B0503020204020204" pitchFamily="34" charset="-122"/>
                <a:ea typeface="Microsoft YaHei UI" panose="020B0503020204020204" pitchFamily="34" charset="-122"/>
              </a:defRPr>
            </a:lvl2pPr>
            <a:lvl3pPr>
              <a:defRPr>
                <a:latin typeface="Microsoft YaHei UI" panose="020B0503020204020204" pitchFamily="34" charset="-122"/>
                <a:ea typeface="Microsoft YaHei UI" panose="020B0503020204020204" pitchFamily="34" charset="-122"/>
              </a:defRPr>
            </a:lvl3pPr>
            <a:lvl4pPr>
              <a:defRPr>
                <a:latin typeface="Microsoft YaHei UI" panose="020B0503020204020204" pitchFamily="34" charset="-122"/>
                <a:ea typeface="Microsoft YaHei UI" panose="020B0503020204020204" pitchFamily="34" charset="-122"/>
              </a:defRPr>
            </a:lvl4pPr>
            <a:lvl5pPr>
              <a:defRPr>
                <a:latin typeface="Microsoft YaHei UI" panose="020B0503020204020204" pitchFamily="34" charset="-122"/>
                <a:ea typeface="Microsoft YaHei UI" panose="020B0503020204020204" pitchFamily="34" charset="-122"/>
              </a:defRPr>
            </a:lvl5pPr>
          </a:lstStyle>
          <a:p>
            <a:pPr lvl="0" rtl="0"/>
            <a:r>
              <a:rPr lang="zh-CN" altLang="en-US" noProof="0"/>
              <a:t>单击此处编辑母版文本样式</a:t>
            </a:r>
          </a:p>
          <a:p>
            <a:pPr lvl="1" rtl="0"/>
            <a:r>
              <a:rPr lang="zh-CN" altLang="en-US" noProof="0"/>
              <a:t>二级</a:t>
            </a:r>
          </a:p>
          <a:p>
            <a:pPr lvl="2" rtl="0"/>
            <a:r>
              <a:rPr lang="zh-CN" altLang="en-US" noProof="0"/>
              <a:t>三级</a:t>
            </a:r>
          </a:p>
          <a:p>
            <a:pPr lvl="3" rtl="0"/>
            <a:r>
              <a:rPr lang="zh-CN" altLang="en-US" noProof="0"/>
              <a:t>四级</a:t>
            </a:r>
          </a:p>
          <a:p>
            <a:pPr lvl="4" rtl="0"/>
            <a:r>
              <a:rPr lang="zh-CN" altLang="en-US" noProof="0"/>
              <a:t>五级</a:t>
            </a:r>
            <a:endParaRPr lang="zh-CN" altLang="en-US" noProof="0" dirty="0"/>
          </a:p>
        </p:txBody>
      </p:sp>
      <p:sp>
        <p:nvSpPr>
          <p:cNvPr id="4" name="内容占位符 3"/>
          <p:cNvSpPr>
            <a:spLocks noGrp="1"/>
          </p:cNvSpPr>
          <p:nvPr>
            <p:ph sz="half" idx="2"/>
          </p:nvPr>
        </p:nvSpPr>
        <p:spPr>
          <a:xfrm>
            <a:off x="6515944" y="2120900"/>
            <a:ext cx="4639736" cy="3748194"/>
          </a:xfrm>
        </p:spPr>
        <p:txBody>
          <a:bodyPr rtlCol="0"/>
          <a:lstStyle>
            <a:lvl1pPr>
              <a:defRPr>
                <a:latin typeface="Microsoft YaHei UI" panose="020B0503020204020204" pitchFamily="34" charset="-122"/>
                <a:ea typeface="Microsoft YaHei UI" panose="020B0503020204020204" pitchFamily="34" charset="-122"/>
              </a:defRPr>
            </a:lvl1pPr>
            <a:lvl2pPr>
              <a:defRPr>
                <a:latin typeface="Microsoft YaHei UI" panose="020B0503020204020204" pitchFamily="34" charset="-122"/>
                <a:ea typeface="Microsoft YaHei UI" panose="020B0503020204020204" pitchFamily="34" charset="-122"/>
              </a:defRPr>
            </a:lvl2pPr>
            <a:lvl3pPr>
              <a:defRPr>
                <a:latin typeface="Microsoft YaHei UI" panose="020B0503020204020204" pitchFamily="34" charset="-122"/>
                <a:ea typeface="Microsoft YaHei UI" panose="020B0503020204020204" pitchFamily="34" charset="-122"/>
              </a:defRPr>
            </a:lvl3pPr>
            <a:lvl4pPr>
              <a:defRPr>
                <a:latin typeface="Microsoft YaHei UI" panose="020B0503020204020204" pitchFamily="34" charset="-122"/>
                <a:ea typeface="Microsoft YaHei UI" panose="020B0503020204020204" pitchFamily="34" charset="-122"/>
              </a:defRPr>
            </a:lvl4pPr>
            <a:lvl5pPr>
              <a:defRPr>
                <a:latin typeface="Microsoft YaHei UI" panose="020B0503020204020204" pitchFamily="34" charset="-122"/>
                <a:ea typeface="Microsoft YaHei UI" panose="020B0503020204020204" pitchFamily="34" charset="-122"/>
              </a:defRPr>
            </a:lvl5pPr>
          </a:lstStyle>
          <a:p>
            <a:pPr lvl="0" rtl="0"/>
            <a:r>
              <a:rPr lang="zh-CN" altLang="en-US" noProof="0"/>
              <a:t>单击此处编辑母版文本样式</a:t>
            </a:r>
          </a:p>
          <a:p>
            <a:pPr lvl="1" rtl="0"/>
            <a:r>
              <a:rPr lang="zh-CN" altLang="en-US" noProof="0"/>
              <a:t>二级</a:t>
            </a:r>
          </a:p>
          <a:p>
            <a:pPr lvl="2" rtl="0"/>
            <a:r>
              <a:rPr lang="zh-CN" altLang="en-US" noProof="0"/>
              <a:t>三级</a:t>
            </a:r>
          </a:p>
          <a:p>
            <a:pPr lvl="3" rtl="0"/>
            <a:r>
              <a:rPr lang="zh-CN" altLang="en-US" noProof="0"/>
              <a:t>四级</a:t>
            </a:r>
          </a:p>
          <a:p>
            <a:pPr lvl="4" rtl="0"/>
            <a:r>
              <a:rPr lang="zh-CN" altLang="en-US" noProof="0"/>
              <a:t>五级</a:t>
            </a:r>
            <a:endParaRPr lang="zh-CN" altLang="en-US" noProof="0" dirty="0"/>
          </a:p>
        </p:txBody>
      </p:sp>
      <p:sp>
        <p:nvSpPr>
          <p:cNvPr id="2" name="日期占位符 1">
            <a:extLst>
              <a:ext uri="{FF2B5EF4-FFF2-40B4-BE49-F238E27FC236}">
                <a16:creationId xmlns:a16="http://schemas.microsoft.com/office/drawing/2014/main" id="{5782D47D-B0DC-4C40-BCC6-BBBA32584A38}"/>
              </a:ext>
            </a:extLst>
          </p:cNvPr>
          <p:cNvSpPr>
            <a:spLocks noGrp="1"/>
          </p:cNvSpPr>
          <p:nvPr>
            <p:ph type="dt" sz="half" idx="10"/>
          </p:nvPr>
        </p:nvSpPr>
        <p:spPr/>
        <p:txBody>
          <a:bodyPr rtlCol="0"/>
          <a:lstStyle>
            <a:lvl1pPr>
              <a:defRPr>
                <a:latin typeface="Microsoft YaHei UI" panose="020B0503020204020204" pitchFamily="34" charset="-122"/>
                <a:ea typeface="Microsoft YaHei UI" panose="020B0503020204020204" pitchFamily="34" charset="-122"/>
              </a:defRPr>
            </a:lvl1pPr>
          </a:lstStyle>
          <a:p>
            <a:fld id="{E78CBB31-C1FB-4BF0-BD73-96607DE45D60}" type="datetime1">
              <a:rPr lang="zh-CN" altLang="en-US" noProof="0" smtClean="0"/>
              <a:t>2021/1/31</a:t>
            </a:fld>
            <a:endParaRPr lang="zh-CN" altLang="en-US" noProof="0" dirty="0"/>
          </a:p>
        </p:txBody>
      </p:sp>
      <p:sp>
        <p:nvSpPr>
          <p:cNvPr id="9" name="页脚占位符 8">
            <a:extLst>
              <a:ext uri="{FF2B5EF4-FFF2-40B4-BE49-F238E27FC236}">
                <a16:creationId xmlns:a16="http://schemas.microsoft.com/office/drawing/2014/main" id="{4690D34E-7EBD-44B2-83CA-4C126A18D7EF}"/>
              </a:ext>
            </a:extLst>
          </p:cNvPr>
          <p:cNvSpPr>
            <a:spLocks noGrp="1"/>
          </p:cNvSpPr>
          <p:nvPr>
            <p:ph type="ftr" sz="quarter" idx="11"/>
          </p:nvPr>
        </p:nvSpPr>
        <p:spPr/>
        <p:txBody>
          <a:bodyPr rtlCol="0"/>
          <a:lstStyle>
            <a:lvl1pPr>
              <a:defRPr>
                <a:latin typeface="Microsoft YaHei UI" panose="020B0503020204020204" pitchFamily="34" charset="-122"/>
                <a:ea typeface="Microsoft YaHei UI" panose="020B0503020204020204" pitchFamily="34" charset="-122"/>
              </a:defRPr>
            </a:lvl1pPr>
          </a:lstStyle>
          <a:p>
            <a:endParaRPr lang="zh-CN" altLang="en-US" noProof="0" dirty="0"/>
          </a:p>
        </p:txBody>
      </p:sp>
      <p:sp>
        <p:nvSpPr>
          <p:cNvPr id="10" name="幻灯片编号占位符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rtlCol="0"/>
          <a:lstStyle>
            <a:lvl1pPr>
              <a:defRPr>
                <a:latin typeface="Microsoft YaHei UI" panose="020B0503020204020204" pitchFamily="34" charset="-122"/>
                <a:ea typeface="Microsoft YaHei UI" panose="020B0503020204020204" pitchFamily="34" charset="-122"/>
              </a:defRPr>
            </a:lvl1pPr>
          </a:lstStyle>
          <a:p>
            <a:fld id="{3A98EE3D-8CD1-4C3F-BD1C-C98C9596463C}" type="slidenum">
              <a:rPr lang="en-US" altLang="zh-CN" noProof="0" smtClean="0"/>
              <a:pPr/>
              <a:t>‹#›</a:t>
            </a:fld>
            <a:endParaRPr lang="zh-CN" altLang="en-US" noProof="0" dirty="0"/>
          </a:p>
        </p:txBody>
      </p:sp>
      <p:grpSp>
        <p:nvGrpSpPr>
          <p:cNvPr id="11" name="组 10">
            <a:extLst>
              <a:ext uri="{FF2B5EF4-FFF2-40B4-BE49-F238E27FC236}">
                <a16:creationId xmlns:a16="http://schemas.microsoft.com/office/drawing/2014/main" id="{D06E6D77-4CA3-764C-99E1-7D2CFE6B929E}"/>
              </a:ext>
            </a:extLst>
          </p:cNvPr>
          <p:cNvGrpSpPr/>
          <p:nvPr userDrawn="1"/>
        </p:nvGrpSpPr>
        <p:grpSpPr>
          <a:xfrm rot="5400000">
            <a:off x="-21619" y="1088453"/>
            <a:ext cx="910099" cy="99010"/>
            <a:chOff x="622418" y="280927"/>
            <a:chExt cx="2335705" cy="254101"/>
          </a:xfrm>
        </p:grpSpPr>
        <p:sp>
          <p:nvSpPr>
            <p:cNvPr id="12" name="椭圆形 11">
              <a:extLst>
                <a:ext uri="{FF2B5EF4-FFF2-40B4-BE49-F238E27FC236}">
                  <a16:creationId xmlns:a16="http://schemas.microsoft.com/office/drawing/2014/main" id="{1D155117-8A2A-414B-9598-C2919DF747DC}"/>
                </a:ext>
              </a:extLst>
            </p:cNvPr>
            <p:cNvSpPr/>
            <p:nvPr userDrawn="1"/>
          </p:nvSpPr>
          <p:spPr>
            <a:xfrm>
              <a:off x="1038739" y="280927"/>
              <a:ext cx="254101" cy="254101"/>
            </a:xfrm>
            <a:prstGeom prst="ellipse">
              <a:avLst/>
            </a:prstGeom>
            <a:solidFill>
              <a:schemeClr val="accent2"/>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
          <p:nvSpPr>
            <p:cNvPr id="13" name="椭圆形 12">
              <a:extLst>
                <a:ext uri="{FF2B5EF4-FFF2-40B4-BE49-F238E27FC236}">
                  <a16:creationId xmlns:a16="http://schemas.microsoft.com/office/drawing/2014/main" id="{53838F88-99DE-9246-A83B-9C7DB6AE99EF}"/>
                </a:ext>
              </a:extLst>
            </p:cNvPr>
            <p:cNvSpPr/>
            <p:nvPr userDrawn="1"/>
          </p:nvSpPr>
          <p:spPr>
            <a:xfrm>
              <a:off x="1455060" y="280927"/>
              <a:ext cx="254101" cy="254101"/>
            </a:xfrm>
            <a:prstGeom prst="ellipse">
              <a:avLst/>
            </a:prstGeom>
            <a:solidFill>
              <a:schemeClr val="accent3"/>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
          <p:nvSpPr>
            <p:cNvPr id="14" name="椭圆形 13">
              <a:extLst>
                <a:ext uri="{FF2B5EF4-FFF2-40B4-BE49-F238E27FC236}">
                  <a16:creationId xmlns:a16="http://schemas.microsoft.com/office/drawing/2014/main" id="{D031FBA2-FD0D-7346-8941-4861923E15CF}"/>
                </a:ext>
              </a:extLst>
            </p:cNvPr>
            <p:cNvSpPr/>
            <p:nvPr userDrawn="1"/>
          </p:nvSpPr>
          <p:spPr>
            <a:xfrm>
              <a:off x="1871381" y="280927"/>
              <a:ext cx="254101" cy="254101"/>
            </a:xfrm>
            <a:prstGeom prst="ellipse">
              <a:avLst/>
            </a:prstGeom>
            <a:solidFill>
              <a:schemeClr val="accent4"/>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
          <p:nvSpPr>
            <p:cNvPr id="15" name="椭圆形 14">
              <a:extLst>
                <a:ext uri="{FF2B5EF4-FFF2-40B4-BE49-F238E27FC236}">
                  <a16:creationId xmlns:a16="http://schemas.microsoft.com/office/drawing/2014/main" id="{022D5D5E-3339-5D47-9E1C-8897082672DB}"/>
                </a:ext>
              </a:extLst>
            </p:cNvPr>
            <p:cNvSpPr/>
            <p:nvPr userDrawn="1"/>
          </p:nvSpPr>
          <p:spPr>
            <a:xfrm>
              <a:off x="2287702" y="280927"/>
              <a:ext cx="254101" cy="254101"/>
            </a:xfrm>
            <a:prstGeom prst="ellipse">
              <a:avLst/>
            </a:prstGeom>
            <a:solidFill>
              <a:schemeClr val="accent5"/>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
          <p:nvSpPr>
            <p:cNvPr id="16" name="椭圆形 15">
              <a:extLst>
                <a:ext uri="{FF2B5EF4-FFF2-40B4-BE49-F238E27FC236}">
                  <a16:creationId xmlns:a16="http://schemas.microsoft.com/office/drawing/2014/main" id="{13BE7267-458F-A141-8480-10E9FB553671}"/>
                </a:ext>
              </a:extLst>
            </p:cNvPr>
            <p:cNvSpPr/>
            <p:nvPr userDrawn="1"/>
          </p:nvSpPr>
          <p:spPr>
            <a:xfrm>
              <a:off x="2704022" y="280927"/>
              <a:ext cx="254101" cy="254101"/>
            </a:xfrm>
            <a:prstGeom prst="ellipse">
              <a:avLst/>
            </a:prstGeom>
            <a:solidFill>
              <a:schemeClr val="accent6"/>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
          <p:nvSpPr>
            <p:cNvPr id="17" name="椭圆形 16">
              <a:extLst>
                <a:ext uri="{FF2B5EF4-FFF2-40B4-BE49-F238E27FC236}">
                  <a16:creationId xmlns:a16="http://schemas.microsoft.com/office/drawing/2014/main" id="{A71A438B-57BE-F445-AFBB-BBB2270E9BB4}"/>
                </a:ext>
              </a:extLst>
            </p:cNvPr>
            <p:cNvSpPr/>
            <p:nvPr userDrawn="1"/>
          </p:nvSpPr>
          <p:spPr>
            <a:xfrm>
              <a:off x="622418" y="280927"/>
              <a:ext cx="254101" cy="254101"/>
            </a:xfrm>
            <a:prstGeom prst="ellipse">
              <a:avLst/>
            </a:pr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grpSp>
      <p:sp>
        <p:nvSpPr>
          <p:cNvPr id="18" name="标题 1">
            <a:extLst>
              <a:ext uri="{FF2B5EF4-FFF2-40B4-BE49-F238E27FC236}">
                <a16:creationId xmlns:a16="http://schemas.microsoft.com/office/drawing/2014/main" id="{040C74AA-3663-2A49-AA62-C9207F22BF3D}"/>
              </a:ext>
            </a:extLst>
          </p:cNvPr>
          <p:cNvSpPr>
            <a:spLocks noGrp="1"/>
          </p:cNvSpPr>
          <p:nvPr>
            <p:ph type="title" hasCustomPrompt="1"/>
          </p:nvPr>
        </p:nvSpPr>
        <p:spPr>
          <a:xfrm>
            <a:off x="1097280" y="421817"/>
            <a:ext cx="10058400" cy="1369074"/>
          </a:xfrm>
          <a:prstGeom prst="rect">
            <a:avLst/>
          </a:prstGeom>
        </p:spPr>
        <p:txBody>
          <a:bodyPr lIns="0" rIns="0" rtlCol="0" anchor="ctr">
            <a:normAutofit/>
          </a:bodyPr>
          <a:lstStyle>
            <a:lvl1pPr>
              <a:defRPr sz="4000" cap="all" baseline="0">
                <a:latin typeface="Microsoft YaHei UI" panose="020B0503020204020204" pitchFamily="34" charset="-122"/>
                <a:ea typeface="Microsoft YaHei UI" panose="020B0503020204020204" pitchFamily="34" charset="-122"/>
              </a:defRPr>
            </a:lvl1pPr>
          </a:lstStyle>
          <a:p>
            <a:pPr rtl="0"/>
            <a:r>
              <a:rPr lang="zh-CN" altLang="en-US" noProof="0" dirty="0"/>
              <a:t>在此处输入标题</a:t>
            </a:r>
          </a:p>
        </p:txBody>
      </p:sp>
      <p:sp>
        <p:nvSpPr>
          <p:cNvPr id="19" name="椭圆形 18">
            <a:extLst>
              <a:ext uri="{FF2B5EF4-FFF2-40B4-BE49-F238E27FC236}">
                <a16:creationId xmlns:a16="http://schemas.microsoft.com/office/drawing/2014/main" id="{8E70AAE0-F405-8C4D-B2F2-BC73ABD2560F}"/>
              </a:ext>
            </a:extLst>
          </p:cNvPr>
          <p:cNvSpPr/>
          <p:nvPr userDrawn="1"/>
        </p:nvSpPr>
        <p:spPr>
          <a:xfrm>
            <a:off x="10429390" y="360726"/>
            <a:ext cx="1035859" cy="1035859"/>
          </a:xfrm>
          <a:prstGeom prst="ellipse">
            <a:avLst/>
          </a:prstGeom>
          <a:noFill/>
          <a:ln w="38100">
            <a:solidFill>
              <a:schemeClr val="accent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
        <p:nvSpPr>
          <p:cNvPr id="22" name="椭圆形 21">
            <a:extLst>
              <a:ext uri="{FF2B5EF4-FFF2-40B4-BE49-F238E27FC236}">
                <a16:creationId xmlns:a16="http://schemas.microsoft.com/office/drawing/2014/main" id="{FC72AC8A-19AA-5641-88DA-414732A1A643}"/>
              </a:ext>
            </a:extLst>
          </p:cNvPr>
          <p:cNvSpPr/>
          <p:nvPr userDrawn="1"/>
        </p:nvSpPr>
        <p:spPr>
          <a:xfrm>
            <a:off x="458087" y="5430446"/>
            <a:ext cx="99011" cy="99011"/>
          </a:xfrm>
          <a:prstGeom prst="ellipse">
            <a:avLst/>
          </a:prstGeom>
          <a:solidFill>
            <a:schemeClr val="accent4"/>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
        <p:nvSpPr>
          <p:cNvPr id="23" name="椭圆形 22">
            <a:extLst>
              <a:ext uri="{FF2B5EF4-FFF2-40B4-BE49-F238E27FC236}">
                <a16:creationId xmlns:a16="http://schemas.microsoft.com/office/drawing/2014/main" id="{B0FF4153-FE4A-204C-B4B4-F331F8058F73}"/>
              </a:ext>
            </a:extLst>
          </p:cNvPr>
          <p:cNvSpPr/>
          <p:nvPr userDrawn="1"/>
        </p:nvSpPr>
        <p:spPr>
          <a:xfrm>
            <a:off x="5664570" y="125360"/>
            <a:ext cx="176394" cy="176394"/>
          </a:xfrm>
          <a:prstGeom prst="ellipse">
            <a:avLst/>
          </a:prstGeom>
          <a:solidFill>
            <a:schemeClr val="accent6"/>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
        <p:nvSpPr>
          <p:cNvPr id="20" name="椭圆形 19">
            <a:extLst>
              <a:ext uri="{FF2B5EF4-FFF2-40B4-BE49-F238E27FC236}">
                <a16:creationId xmlns:a16="http://schemas.microsoft.com/office/drawing/2014/main" id="{C0910027-B57E-5C4C-B196-C2CF16EB6B83}"/>
              </a:ext>
            </a:extLst>
          </p:cNvPr>
          <p:cNvSpPr/>
          <p:nvPr userDrawn="1"/>
        </p:nvSpPr>
        <p:spPr>
          <a:xfrm>
            <a:off x="11383587" y="6035040"/>
            <a:ext cx="776923" cy="776923"/>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33879728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1097280" y="2057400"/>
            <a:ext cx="4639736" cy="736282"/>
          </a:xfrm>
        </p:spPr>
        <p:txBody>
          <a:bodyPr lIns="91440" rIns="91440" rtlCol="0" anchor="ctr">
            <a:normAutofit/>
          </a:bodyPr>
          <a:lstStyle>
            <a:lvl1pPr marL="0" indent="0">
              <a:buNone/>
              <a:defRPr sz="2000" b="0" cap="all" baseline="0">
                <a:solidFill>
                  <a:schemeClr val="tx1"/>
                </a:solidFill>
                <a:latin typeface="Microsoft YaHei UI" panose="020B0503020204020204" pitchFamily="34" charset="-122"/>
                <a:ea typeface="Microsoft YaHei UI"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单击此处编辑母版文本样式</a:t>
            </a:r>
          </a:p>
        </p:txBody>
      </p:sp>
      <p:sp>
        <p:nvSpPr>
          <p:cNvPr id="4" name="内容占位符 3"/>
          <p:cNvSpPr>
            <a:spLocks noGrp="1"/>
          </p:cNvSpPr>
          <p:nvPr>
            <p:ph sz="half" idx="2"/>
          </p:nvPr>
        </p:nvSpPr>
        <p:spPr>
          <a:xfrm>
            <a:off x="1097280" y="2958274"/>
            <a:ext cx="4639736" cy="2910821"/>
          </a:xfrm>
        </p:spPr>
        <p:txBody>
          <a:bodyPr rtlCol="0"/>
          <a:lstStyle>
            <a:lvl1pPr>
              <a:defRPr>
                <a:latin typeface="Microsoft YaHei UI" panose="020B0503020204020204" pitchFamily="34" charset="-122"/>
                <a:ea typeface="Microsoft YaHei UI" panose="020B0503020204020204" pitchFamily="34" charset="-122"/>
              </a:defRPr>
            </a:lvl1pPr>
            <a:lvl2pPr>
              <a:defRPr>
                <a:latin typeface="Microsoft YaHei UI" panose="020B0503020204020204" pitchFamily="34" charset="-122"/>
                <a:ea typeface="Microsoft YaHei UI" panose="020B0503020204020204" pitchFamily="34" charset="-122"/>
              </a:defRPr>
            </a:lvl2pPr>
            <a:lvl3pPr>
              <a:defRPr>
                <a:latin typeface="Microsoft YaHei UI" panose="020B0503020204020204" pitchFamily="34" charset="-122"/>
                <a:ea typeface="Microsoft YaHei UI" panose="020B0503020204020204" pitchFamily="34" charset="-122"/>
              </a:defRPr>
            </a:lvl3pPr>
            <a:lvl4pPr>
              <a:defRPr>
                <a:latin typeface="Microsoft YaHei UI" panose="020B0503020204020204" pitchFamily="34" charset="-122"/>
                <a:ea typeface="Microsoft YaHei UI" panose="020B0503020204020204" pitchFamily="34" charset="-122"/>
              </a:defRPr>
            </a:lvl4pPr>
            <a:lvl5pPr>
              <a:defRPr>
                <a:latin typeface="Microsoft YaHei UI" panose="020B0503020204020204" pitchFamily="34" charset="-122"/>
                <a:ea typeface="Microsoft YaHei UI" panose="020B0503020204020204" pitchFamily="34" charset="-122"/>
              </a:defRPr>
            </a:lvl5pPr>
          </a:lstStyle>
          <a:p>
            <a:pPr lvl="0" rtl="0"/>
            <a:r>
              <a:rPr lang="zh-CN" altLang="en-US" noProof="0"/>
              <a:t>单击此处编辑母版文本样式</a:t>
            </a:r>
          </a:p>
          <a:p>
            <a:pPr lvl="1" rtl="0"/>
            <a:r>
              <a:rPr lang="zh-CN" altLang="en-US" noProof="0"/>
              <a:t>二级</a:t>
            </a:r>
          </a:p>
          <a:p>
            <a:pPr lvl="2" rtl="0"/>
            <a:r>
              <a:rPr lang="zh-CN" altLang="en-US" noProof="0"/>
              <a:t>三级</a:t>
            </a:r>
          </a:p>
          <a:p>
            <a:pPr lvl="3" rtl="0"/>
            <a:r>
              <a:rPr lang="zh-CN" altLang="en-US" noProof="0"/>
              <a:t>四级</a:t>
            </a:r>
          </a:p>
          <a:p>
            <a:pPr lvl="4" rtl="0"/>
            <a:r>
              <a:rPr lang="zh-CN" altLang="en-US" noProof="0"/>
              <a:t>五级</a:t>
            </a:r>
            <a:endParaRPr lang="zh-CN" altLang="en-US" noProof="0" dirty="0"/>
          </a:p>
        </p:txBody>
      </p:sp>
      <p:sp>
        <p:nvSpPr>
          <p:cNvPr id="5" name="文本占位符 4"/>
          <p:cNvSpPr>
            <a:spLocks noGrp="1"/>
          </p:cNvSpPr>
          <p:nvPr>
            <p:ph type="body" sz="quarter" idx="3"/>
          </p:nvPr>
        </p:nvSpPr>
        <p:spPr>
          <a:xfrm>
            <a:off x="6515944" y="2057400"/>
            <a:ext cx="4639736" cy="736282"/>
          </a:xfrm>
        </p:spPr>
        <p:txBody>
          <a:bodyPr lIns="91440" rIns="91440" rtlCol="0" anchor="ctr">
            <a:normAutofit/>
          </a:bodyPr>
          <a:lstStyle>
            <a:lvl1pPr marL="0" indent="0">
              <a:buNone/>
              <a:defRPr sz="2000" b="0" cap="all" baseline="0">
                <a:solidFill>
                  <a:schemeClr val="tx1"/>
                </a:solidFill>
                <a:latin typeface="Microsoft YaHei UI" panose="020B0503020204020204" pitchFamily="34" charset="-122"/>
                <a:ea typeface="Microsoft YaHei UI"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单击此处编辑母版文本样式</a:t>
            </a:r>
          </a:p>
        </p:txBody>
      </p:sp>
      <p:sp>
        <p:nvSpPr>
          <p:cNvPr id="6" name="内容占位符 5"/>
          <p:cNvSpPr>
            <a:spLocks noGrp="1"/>
          </p:cNvSpPr>
          <p:nvPr>
            <p:ph sz="quarter" idx="4"/>
          </p:nvPr>
        </p:nvSpPr>
        <p:spPr>
          <a:xfrm>
            <a:off x="6515944" y="2958273"/>
            <a:ext cx="4639736" cy="2910821"/>
          </a:xfrm>
        </p:spPr>
        <p:txBody>
          <a:bodyPr rtlCol="0"/>
          <a:lstStyle>
            <a:lvl1pPr>
              <a:defRPr>
                <a:latin typeface="Microsoft YaHei UI" panose="020B0503020204020204" pitchFamily="34" charset="-122"/>
                <a:ea typeface="Microsoft YaHei UI" panose="020B0503020204020204" pitchFamily="34" charset="-122"/>
              </a:defRPr>
            </a:lvl1pPr>
            <a:lvl2pPr>
              <a:defRPr>
                <a:latin typeface="Microsoft YaHei UI" panose="020B0503020204020204" pitchFamily="34" charset="-122"/>
                <a:ea typeface="Microsoft YaHei UI" panose="020B0503020204020204" pitchFamily="34" charset="-122"/>
              </a:defRPr>
            </a:lvl2pPr>
            <a:lvl3pPr>
              <a:defRPr>
                <a:latin typeface="Microsoft YaHei UI" panose="020B0503020204020204" pitchFamily="34" charset="-122"/>
                <a:ea typeface="Microsoft YaHei UI" panose="020B0503020204020204" pitchFamily="34" charset="-122"/>
              </a:defRPr>
            </a:lvl3pPr>
            <a:lvl4pPr>
              <a:defRPr>
                <a:latin typeface="Microsoft YaHei UI" panose="020B0503020204020204" pitchFamily="34" charset="-122"/>
                <a:ea typeface="Microsoft YaHei UI" panose="020B0503020204020204" pitchFamily="34" charset="-122"/>
              </a:defRPr>
            </a:lvl4pPr>
            <a:lvl5pPr>
              <a:defRPr>
                <a:latin typeface="Microsoft YaHei UI" panose="020B0503020204020204" pitchFamily="34" charset="-122"/>
                <a:ea typeface="Microsoft YaHei UI" panose="020B0503020204020204" pitchFamily="34" charset="-122"/>
              </a:defRPr>
            </a:lvl5pPr>
          </a:lstStyle>
          <a:p>
            <a:pPr lvl="0" rtl="0"/>
            <a:r>
              <a:rPr lang="zh-CN" altLang="en-US" noProof="0"/>
              <a:t>单击此处编辑母版文本样式</a:t>
            </a:r>
          </a:p>
          <a:p>
            <a:pPr lvl="1" rtl="0"/>
            <a:r>
              <a:rPr lang="zh-CN" altLang="en-US" noProof="0"/>
              <a:t>二级</a:t>
            </a:r>
          </a:p>
          <a:p>
            <a:pPr lvl="2" rtl="0"/>
            <a:r>
              <a:rPr lang="zh-CN" altLang="en-US" noProof="0"/>
              <a:t>三级</a:t>
            </a:r>
          </a:p>
          <a:p>
            <a:pPr lvl="3" rtl="0"/>
            <a:r>
              <a:rPr lang="zh-CN" altLang="en-US" noProof="0"/>
              <a:t>四级</a:t>
            </a:r>
          </a:p>
          <a:p>
            <a:pPr lvl="4" rtl="0"/>
            <a:r>
              <a:rPr lang="zh-CN" altLang="en-US" noProof="0"/>
              <a:t>五级</a:t>
            </a:r>
            <a:endParaRPr lang="zh-CN" altLang="en-US" noProof="0" dirty="0"/>
          </a:p>
        </p:txBody>
      </p:sp>
      <p:sp>
        <p:nvSpPr>
          <p:cNvPr id="2" name="日期占位符 1">
            <a:extLst>
              <a:ext uri="{FF2B5EF4-FFF2-40B4-BE49-F238E27FC236}">
                <a16:creationId xmlns:a16="http://schemas.microsoft.com/office/drawing/2014/main" id="{8AF8A515-AA94-45D1-9223-5C2272618D85}"/>
              </a:ext>
            </a:extLst>
          </p:cNvPr>
          <p:cNvSpPr>
            <a:spLocks noGrp="1"/>
          </p:cNvSpPr>
          <p:nvPr>
            <p:ph type="dt" sz="half" idx="10"/>
          </p:nvPr>
        </p:nvSpPr>
        <p:spPr/>
        <p:txBody>
          <a:bodyPr rtlCol="0"/>
          <a:lstStyle>
            <a:lvl1pPr>
              <a:defRPr>
                <a:latin typeface="Microsoft YaHei UI" panose="020B0503020204020204" pitchFamily="34" charset="-122"/>
                <a:ea typeface="Microsoft YaHei UI" panose="020B0503020204020204" pitchFamily="34" charset="-122"/>
              </a:defRPr>
            </a:lvl1pPr>
          </a:lstStyle>
          <a:p>
            <a:fld id="{33808204-4C90-47FF-B97A-FA4581BED226}" type="datetime1">
              <a:rPr lang="zh-CN" altLang="en-US" noProof="0" smtClean="0"/>
              <a:t>2021/1/31</a:t>
            </a:fld>
            <a:endParaRPr lang="zh-CN" altLang="en-US" noProof="0" dirty="0"/>
          </a:p>
        </p:txBody>
      </p:sp>
      <p:sp>
        <p:nvSpPr>
          <p:cNvPr id="11" name="页脚占位符 10">
            <a:extLst>
              <a:ext uri="{FF2B5EF4-FFF2-40B4-BE49-F238E27FC236}">
                <a16:creationId xmlns:a16="http://schemas.microsoft.com/office/drawing/2014/main" id="{D052F5BC-98E0-4D60-AD67-9547738B7DD4}"/>
              </a:ext>
            </a:extLst>
          </p:cNvPr>
          <p:cNvSpPr>
            <a:spLocks noGrp="1"/>
          </p:cNvSpPr>
          <p:nvPr>
            <p:ph type="ftr" sz="quarter" idx="11"/>
          </p:nvPr>
        </p:nvSpPr>
        <p:spPr/>
        <p:txBody>
          <a:bodyPr rtlCol="0"/>
          <a:lstStyle>
            <a:lvl1pPr>
              <a:defRPr>
                <a:latin typeface="Microsoft YaHei UI" panose="020B0503020204020204" pitchFamily="34" charset="-122"/>
                <a:ea typeface="Microsoft YaHei UI" panose="020B0503020204020204" pitchFamily="34" charset="-122"/>
              </a:defRPr>
            </a:lvl1pPr>
          </a:lstStyle>
          <a:p>
            <a:endParaRPr lang="zh-CN" altLang="en-US" noProof="0" dirty="0"/>
          </a:p>
        </p:txBody>
      </p:sp>
      <p:sp>
        <p:nvSpPr>
          <p:cNvPr id="12" name="灯片编号占位符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rtlCol="0"/>
          <a:lstStyle>
            <a:lvl1pPr>
              <a:defRPr>
                <a:latin typeface="Microsoft YaHei UI" panose="020B0503020204020204" pitchFamily="34" charset="-122"/>
                <a:ea typeface="Microsoft YaHei UI" panose="020B0503020204020204" pitchFamily="34" charset="-122"/>
              </a:defRPr>
            </a:lvl1pPr>
          </a:lstStyle>
          <a:p>
            <a:fld id="{3A98EE3D-8CD1-4C3F-BD1C-C98C9596463C}" type="slidenum">
              <a:rPr lang="en-US" altLang="zh-CN" noProof="0" smtClean="0"/>
              <a:pPr/>
              <a:t>‹#›</a:t>
            </a:fld>
            <a:endParaRPr lang="zh-CN" altLang="en-US" noProof="0" dirty="0"/>
          </a:p>
        </p:txBody>
      </p:sp>
      <p:grpSp>
        <p:nvGrpSpPr>
          <p:cNvPr id="13" name="组 12">
            <a:extLst>
              <a:ext uri="{FF2B5EF4-FFF2-40B4-BE49-F238E27FC236}">
                <a16:creationId xmlns:a16="http://schemas.microsoft.com/office/drawing/2014/main" id="{DD896C11-7092-DD43-9676-23A81081B759}"/>
              </a:ext>
            </a:extLst>
          </p:cNvPr>
          <p:cNvGrpSpPr/>
          <p:nvPr userDrawn="1"/>
        </p:nvGrpSpPr>
        <p:grpSpPr>
          <a:xfrm rot="5400000">
            <a:off x="-21619" y="1088453"/>
            <a:ext cx="910099" cy="99010"/>
            <a:chOff x="622418" y="280927"/>
            <a:chExt cx="2335705" cy="254101"/>
          </a:xfrm>
        </p:grpSpPr>
        <p:sp>
          <p:nvSpPr>
            <p:cNvPr id="14" name="椭圆形 13">
              <a:extLst>
                <a:ext uri="{FF2B5EF4-FFF2-40B4-BE49-F238E27FC236}">
                  <a16:creationId xmlns:a16="http://schemas.microsoft.com/office/drawing/2014/main" id="{D39FB8D4-533A-0C44-89B5-487470B0B82B}"/>
                </a:ext>
              </a:extLst>
            </p:cNvPr>
            <p:cNvSpPr/>
            <p:nvPr userDrawn="1"/>
          </p:nvSpPr>
          <p:spPr>
            <a:xfrm>
              <a:off x="1038739" y="280927"/>
              <a:ext cx="254101" cy="254101"/>
            </a:xfrm>
            <a:prstGeom prst="ellipse">
              <a:avLst/>
            </a:prstGeom>
            <a:solidFill>
              <a:schemeClr val="accent2"/>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
          <p:nvSpPr>
            <p:cNvPr id="15" name="椭圆形 14">
              <a:extLst>
                <a:ext uri="{FF2B5EF4-FFF2-40B4-BE49-F238E27FC236}">
                  <a16:creationId xmlns:a16="http://schemas.microsoft.com/office/drawing/2014/main" id="{C642B0AB-C322-C14B-B2A1-E9F144473219}"/>
                </a:ext>
              </a:extLst>
            </p:cNvPr>
            <p:cNvSpPr/>
            <p:nvPr userDrawn="1"/>
          </p:nvSpPr>
          <p:spPr>
            <a:xfrm>
              <a:off x="1455060" y="280927"/>
              <a:ext cx="254101" cy="254101"/>
            </a:xfrm>
            <a:prstGeom prst="ellipse">
              <a:avLst/>
            </a:prstGeom>
            <a:solidFill>
              <a:schemeClr val="accent3"/>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
          <p:nvSpPr>
            <p:cNvPr id="16" name="椭圆形 15">
              <a:extLst>
                <a:ext uri="{FF2B5EF4-FFF2-40B4-BE49-F238E27FC236}">
                  <a16:creationId xmlns:a16="http://schemas.microsoft.com/office/drawing/2014/main" id="{47ABE4C7-7926-3949-9205-07E33FB2D2CE}"/>
                </a:ext>
              </a:extLst>
            </p:cNvPr>
            <p:cNvSpPr/>
            <p:nvPr userDrawn="1"/>
          </p:nvSpPr>
          <p:spPr>
            <a:xfrm>
              <a:off x="1871381" y="280927"/>
              <a:ext cx="254101" cy="254101"/>
            </a:xfrm>
            <a:prstGeom prst="ellipse">
              <a:avLst/>
            </a:prstGeom>
            <a:solidFill>
              <a:schemeClr val="accent4"/>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
          <p:nvSpPr>
            <p:cNvPr id="17" name="椭圆形 16">
              <a:extLst>
                <a:ext uri="{FF2B5EF4-FFF2-40B4-BE49-F238E27FC236}">
                  <a16:creationId xmlns:a16="http://schemas.microsoft.com/office/drawing/2014/main" id="{E1B43F26-6C7C-4D43-9D1C-A0F792F54874}"/>
                </a:ext>
              </a:extLst>
            </p:cNvPr>
            <p:cNvSpPr/>
            <p:nvPr userDrawn="1"/>
          </p:nvSpPr>
          <p:spPr>
            <a:xfrm>
              <a:off x="2287702" y="280927"/>
              <a:ext cx="254101" cy="254101"/>
            </a:xfrm>
            <a:prstGeom prst="ellipse">
              <a:avLst/>
            </a:prstGeom>
            <a:solidFill>
              <a:schemeClr val="accent5"/>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
          <p:nvSpPr>
            <p:cNvPr id="18" name="椭圆形 17">
              <a:extLst>
                <a:ext uri="{FF2B5EF4-FFF2-40B4-BE49-F238E27FC236}">
                  <a16:creationId xmlns:a16="http://schemas.microsoft.com/office/drawing/2014/main" id="{C53D175F-F9D4-DD4E-81B9-495A2E867249}"/>
                </a:ext>
              </a:extLst>
            </p:cNvPr>
            <p:cNvSpPr/>
            <p:nvPr userDrawn="1"/>
          </p:nvSpPr>
          <p:spPr>
            <a:xfrm>
              <a:off x="2704022" y="280927"/>
              <a:ext cx="254101" cy="254101"/>
            </a:xfrm>
            <a:prstGeom prst="ellipse">
              <a:avLst/>
            </a:prstGeom>
            <a:solidFill>
              <a:schemeClr val="accent6"/>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
          <p:nvSpPr>
            <p:cNvPr id="19" name="椭圆形 18">
              <a:extLst>
                <a:ext uri="{FF2B5EF4-FFF2-40B4-BE49-F238E27FC236}">
                  <a16:creationId xmlns:a16="http://schemas.microsoft.com/office/drawing/2014/main" id="{852D03A0-BBCF-2042-832A-8082F1377835}"/>
                </a:ext>
              </a:extLst>
            </p:cNvPr>
            <p:cNvSpPr/>
            <p:nvPr userDrawn="1"/>
          </p:nvSpPr>
          <p:spPr>
            <a:xfrm>
              <a:off x="622418" y="280927"/>
              <a:ext cx="254101" cy="254101"/>
            </a:xfrm>
            <a:prstGeom prst="ellipse">
              <a:avLst/>
            </a:pr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grpSp>
      <p:sp>
        <p:nvSpPr>
          <p:cNvPr id="20" name="标题 1">
            <a:extLst>
              <a:ext uri="{FF2B5EF4-FFF2-40B4-BE49-F238E27FC236}">
                <a16:creationId xmlns:a16="http://schemas.microsoft.com/office/drawing/2014/main" id="{E2831508-70C2-2F43-998D-55CE4837BA4C}"/>
              </a:ext>
            </a:extLst>
          </p:cNvPr>
          <p:cNvSpPr>
            <a:spLocks noGrp="1"/>
          </p:cNvSpPr>
          <p:nvPr>
            <p:ph type="title" hasCustomPrompt="1"/>
          </p:nvPr>
        </p:nvSpPr>
        <p:spPr>
          <a:xfrm>
            <a:off x="1097280" y="421817"/>
            <a:ext cx="10058400" cy="1369074"/>
          </a:xfrm>
          <a:prstGeom prst="rect">
            <a:avLst/>
          </a:prstGeom>
        </p:spPr>
        <p:txBody>
          <a:bodyPr lIns="0" rIns="0" rtlCol="0" anchor="ctr">
            <a:normAutofit/>
          </a:bodyPr>
          <a:lstStyle>
            <a:lvl1pPr>
              <a:defRPr sz="4000" cap="all" baseline="0">
                <a:latin typeface="Microsoft YaHei UI" panose="020B0503020204020204" pitchFamily="34" charset="-122"/>
                <a:ea typeface="Microsoft YaHei UI" panose="020B0503020204020204" pitchFamily="34" charset="-122"/>
              </a:defRPr>
            </a:lvl1pPr>
          </a:lstStyle>
          <a:p>
            <a:pPr rtl="0"/>
            <a:r>
              <a:rPr lang="zh-CN" altLang="en-US" noProof="0" dirty="0"/>
              <a:t>在此处输入标题</a:t>
            </a:r>
          </a:p>
        </p:txBody>
      </p:sp>
      <p:sp>
        <p:nvSpPr>
          <p:cNvPr id="21" name="椭圆形 20">
            <a:extLst>
              <a:ext uri="{FF2B5EF4-FFF2-40B4-BE49-F238E27FC236}">
                <a16:creationId xmlns:a16="http://schemas.microsoft.com/office/drawing/2014/main" id="{5232ACE3-4E65-6243-9416-19BFA39FD92C}"/>
              </a:ext>
            </a:extLst>
          </p:cNvPr>
          <p:cNvSpPr/>
          <p:nvPr userDrawn="1"/>
        </p:nvSpPr>
        <p:spPr>
          <a:xfrm>
            <a:off x="10429390" y="360726"/>
            <a:ext cx="1035859" cy="1035859"/>
          </a:xfrm>
          <a:prstGeom prst="ellipse">
            <a:avLst/>
          </a:prstGeom>
          <a:noFill/>
          <a:ln w="38100">
            <a:solidFill>
              <a:schemeClr val="accent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
        <p:nvSpPr>
          <p:cNvPr id="24" name="椭圆形 23">
            <a:extLst>
              <a:ext uri="{FF2B5EF4-FFF2-40B4-BE49-F238E27FC236}">
                <a16:creationId xmlns:a16="http://schemas.microsoft.com/office/drawing/2014/main" id="{6A372105-F1CB-9149-A4B9-C151B3CCB9B4}"/>
              </a:ext>
            </a:extLst>
          </p:cNvPr>
          <p:cNvSpPr/>
          <p:nvPr userDrawn="1"/>
        </p:nvSpPr>
        <p:spPr>
          <a:xfrm>
            <a:off x="458087" y="5430446"/>
            <a:ext cx="99011" cy="99011"/>
          </a:xfrm>
          <a:prstGeom prst="ellipse">
            <a:avLst/>
          </a:prstGeom>
          <a:solidFill>
            <a:schemeClr val="accent4"/>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
        <p:nvSpPr>
          <p:cNvPr id="26" name="椭圆形 25">
            <a:extLst>
              <a:ext uri="{FF2B5EF4-FFF2-40B4-BE49-F238E27FC236}">
                <a16:creationId xmlns:a16="http://schemas.microsoft.com/office/drawing/2014/main" id="{CAE2DDF3-5C18-5644-8994-8CD902656DE8}"/>
              </a:ext>
            </a:extLst>
          </p:cNvPr>
          <p:cNvSpPr/>
          <p:nvPr userDrawn="1"/>
        </p:nvSpPr>
        <p:spPr>
          <a:xfrm>
            <a:off x="5664570" y="125360"/>
            <a:ext cx="176394" cy="176394"/>
          </a:xfrm>
          <a:prstGeom prst="ellipse">
            <a:avLst/>
          </a:prstGeom>
          <a:solidFill>
            <a:schemeClr val="accent6"/>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
        <p:nvSpPr>
          <p:cNvPr id="22" name="椭圆形 21">
            <a:extLst>
              <a:ext uri="{FF2B5EF4-FFF2-40B4-BE49-F238E27FC236}">
                <a16:creationId xmlns:a16="http://schemas.microsoft.com/office/drawing/2014/main" id="{0383F4E3-E6C1-BB40-90E6-290C140F9A07}"/>
              </a:ext>
            </a:extLst>
          </p:cNvPr>
          <p:cNvSpPr/>
          <p:nvPr userDrawn="1"/>
        </p:nvSpPr>
        <p:spPr>
          <a:xfrm>
            <a:off x="11383587" y="6035040"/>
            <a:ext cx="776923" cy="776923"/>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2195941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6" name="日期占位符 5">
            <a:extLst>
              <a:ext uri="{FF2B5EF4-FFF2-40B4-BE49-F238E27FC236}">
                <a16:creationId xmlns:a16="http://schemas.microsoft.com/office/drawing/2014/main" id="{7392073F-158F-44A3-8913-917AFFC1BC20}"/>
              </a:ext>
            </a:extLst>
          </p:cNvPr>
          <p:cNvSpPr>
            <a:spLocks noGrp="1"/>
          </p:cNvSpPr>
          <p:nvPr>
            <p:ph type="dt" sz="half" idx="10"/>
          </p:nvPr>
        </p:nvSpPr>
        <p:spPr/>
        <p:txBody>
          <a:bodyPr rtlCol="0"/>
          <a:lstStyle>
            <a:lvl1pPr>
              <a:defRPr>
                <a:latin typeface="Microsoft YaHei UI" panose="020B0503020204020204" pitchFamily="34" charset="-122"/>
                <a:ea typeface="Microsoft YaHei UI" panose="020B0503020204020204" pitchFamily="34" charset="-122"/>
              </a:defRPr>
            </a:lvl1pPr>
          </a:lstStyle>
          <a:p>
            <a:fld id="{2BCAA829-9DFB-4173-9978-E3CA70991D5D}" type="datetime1">
              <a:rPr lang="zh-CN" altLang="en-US" noProof="0" smtClean="0"/>
              <a:t>2021/1/31</a:t>
            </a:fld>
            <a:endParaRPr lang="zh-CN" altLang="en-US" noProof="0" dirty="0"/>
          </a:p>
        </p:txBody>
      </p:sp>
      <p:sp>
        <p:nvSpPr>
          <p:cNvPr id="7" name="页脚占位符 6">
            <a:extLst>
              <a:ext uri="{FF2B5EF4-FFF2-40B4-BE49-F238E27FC236}">
                <a16:creationId xmlns:a16="http://schemas.microsoft.com/office/drawing/2014/main" id="{EED72207-24CA-42B7-A975-2F8E41CBA904}"/>
              </a:ext>
            </a:extLst>
          </p:cNvPr>
          <p:cNvSpPr>
            <a:spLocks noGrp="1"/>
          </p:cNvSpPr>
          <p:nvPr>
            <p:ph type="ftr" sz="quarter" idx="11"/>
          </p:nvPr>
        </p:nvSpPr>
        <p:spPr/>
        <p:txBody>
          <a:bodyPr rtlCol="0"/>
          <a:lstStyle>
            <a:lvl1pPr>
              <a:defRPr>
                <a:latin typeface="Microsoft YaHei UI" panose="020B0503020204020204" pitchFamily="34" charset="-122"/>
                <a:ea typeface="Microsoft YaHei UI" panose="020B0503020204020204" pitchFamily="34" charset="-122"/>
              </a:defRPr>
            </a:lvl1pPr>
          </a:lstStyle>
          <a:p>
            <a:endParaRPr lang="zh-CN" altLang="en-US" noProof="0" dirty="0"/>
          </a:p>
        </p:txBody>
      </p:sp>
      <p:sp>
        <p:nvSpPr>
          <p:cNvPr id="8" name="灯片编号占位符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rtlCol="0"/>
          <a:lstStyle>
            <a:lvl1pPr>
              <a:defRPr>
                <a:latin typeface="Microsoft YaHei UI" panose="020B0503020204020204" pitchFamily="34" charset="-122"/>
                <a:ea typeface="Microsoft YaHei UI" panose="020B0503020204020204" pitchFamily="34" charset="-122"/>
              </a:defRPr>
            </a:lvl1pPr>
          </a:lstStyle>
          <a:p>
            <a:fld id="{3A98EE3D-8CD1-4C3F-BD1C-C98C9596463C}" type="slidenum">
              <a:rPr lang="en-US" altLang="zh-CN" noProof="0" smtClean="0"/>
              <a:pPr/>
              <a:t>‹#›</a:t>
            </a:fld>
            <a:endParaRPr lang="zh-CN" altLang="en-US" noProof="0" dirty="0"/>
          </a:p>
        </p:txBody>
      </p:sp>
      <p:grpSp>
        <p:nvGrpSpPr>
          <p:cNvPr id="9" name="组 8">
            <a:extLst>
              <a:ext uri="{FF2B5EF4-FFF2-40B4-BE49-F238E27FC236}">
                <a16:creationId xmlns:a16="http://schemas.microsoft.com/office/drawing/2014/main" id="{A2C09A16-A6B6-E04E-A40A-F482C0A95C0A}"/>
              </a:ext>
            </a:extLst>
          </p:cNvPr>
          <p:cNvGrpSpPr/>
          <p:nvPr userDrawn="1"/>
        </p:nvGrpSpPr>
        <p:grpSpPr>
          <a:xfrm rot="5400000">
            <a:off x="-21619" y="1088453"/>
            <a:ext cx="910099" cy="99010"/>
            <a:chOff x="622418" y="280927"/>
            <a:chExt cx="2335705" cy="254101"/>
          </a:xfrm>
        </p:grpSpPr>
        <p:sp>
          <p:nvSpPr>
            <p:cNvPr id="10" name="椭圆形 9">
              <a:extLst>
                <a:ext uri="{FF2B5EF4-FFF2-40B4-BE49-F238E27FC236}">
                  <a16:creationId xmlns:a16="http://schemas.microsoft.com/office/drawing/2014/main" id="{A6B2DF34-338D-4F43-B8F7-D7A00348B68B}"/>
                </a:ext>
              </a:extLst>
            </p:cNvPr>
            <p:cNvSpPr/>
            <p:nvPr userDrawn="1"/>
          </p:nvSpPr>
          <p:spPr>
            <a:xfrm>
              <a:off x="1038739" y="280927"/>
              <a:ext cx="254101" cy="254101"/>
            </a:xfrm>
            <a:prstGeom prst="ellipse">
              <a:avLst/>
            </a:prstGeom>
            <a:solidFill>
              <a:schemeClr val="accent2"/>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
          <p:nvSpPr>
            <p:cNvPr id="11" name="椭圆形 10">
              <a:extLst>
                <a:ext uri="{FF2B5EF4-FFF2-40B4-BE49-F238E27FC236}">
                  <a16:creationId xmlns:a16="http://schemas.microsoft.com/office/drawing/2014/main" id="{33778C21-4171-774D-A73F-77BEBF2E4C18}"/>
                </a:ext>
              </a:extLst>
            </p:cNvPr>
            <p:cNvSpPr/>
            <p:nvPr userDrawn="1"/>
          </p:nvSpPr>
          <p:spPr>
            <a:xfrm>
              <a:off x="1455060" y="280927"/>
              <a:ext cx="254101" cy="254101"/>
            </a:xfrm>
            <a:prstGeom prst="ellipse">
              <a:avLst/>
            </a:prstGeom>
            <a:solidFill>
              <a:schemeClr val="accent3"/>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
          <p:nvSpPr>
            <p:cNvPr id="12" name="椭圆形 11">
              <a:extLst>
                <a:ext uri="{FF2B5EF4-FFF2-40B4-BE49-F238E27FC236}">
                  <a16:creationId xmlns:a16="http://schemas.microsoft.com/office/drawing/2014/main" id="{CC25D2EF-AE01-A247-8BC3-8F35F863C0A6}"/>
                </a:ext>
              </a:extLst>
            </p:cNvPr>
            <p:cNvSpPr/>
            <p:nvPr userDrawn="1"/>
          </p:nvSpPr>
          <p:spPr>
            <a:xfrm>
              <a:off x="1871381" y="280927"/>
              <a:ext cx="254101" cy="254101"/>
            </a:xfrm>
            <a:prstGeom prst="ellipse">
              <a:avLst/>
            </a:prstGeom>
            <a:solidFill>
              <a:schemeClr val="accent4"/>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
          <p:nvSpPr>
            <p:cNvPr id="13" name="椭圆形 12">
              <a:extLst>
                <a:ext uri="{FF2B5EF4-FFF2-40B4-BE49-F238E27FC236}">
                  <a16:creationId xmlns:a16="http://schemas.microsoft.com/office/drawing/2014/main" id="{5F860801-109B-EB4F-96A8-35D76B759583}"/>
                </a:ext>
              </a:extLst>
            </p:cNvPr>
            <p:cNvSpPr/>
            <p:nvPr userDrawn="1"/>
          </p:nvSpPr>
          <p:spPr>
            <a:xfrm>
              <a:off x="2287702" y="280927"/>
              <a:ext cx="254101" cy="254101"/>
            </a:xfrm>
            <a:prstGeom prst="ellipse">
              <a:avLst/>
            </a:prstGeom>
            <a:solidFill>
              <a:schemeClr val="accent5"/>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
          <p:nvSpPr>
            <p:cNvPr id="14" name="椭圆形 13">
              <a:extLst>
                <a:ext uri="{FF2B5EF4-FFF2-40B4-BE49-F238E27FC236}">
                  <a16:creationId xmlns:a16="http://schemas.microsoft.com/office/drawing/2014/main" id="{97337F70-9199-7242-BD8B-8F96606A18A1}"/>
                </a:ext>
              </a:extLst>
            </p:cNvPr>
            <p:cNvSpPr/>
            <p:nvPr userDrawn="1"/>
          </p:nvSpPr>
          <p:spPr>
            <a:xfrm>
              <a:off x="2704022" y="280927"/>
              <a:ext cx="254101" cy="254101"/>
            </a:xfrm>
            <a:prstGeom prst="ellipse">
              <a:avLst/>
            </a:prstGeom>
            <a:solidFill>
              <a:schemeClr val="accent6"/>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
          <p:nvSpPr>
            <p:cNvPr id="15" name="椭圆形 14">
              <a:extLst>
                <a:ext uri="{FF2B5EF4-FFF2-40B4-BE49-F238E27FC236}">
                  <a16:creationId xmlns:a16="http://schemas.microsoft.com/office/drawing/2014/main" id="{DF9320B7-AD58-7649-BC95-614ED90F4E69}"/>
                </a:ext>
              </a:extLst>
            </p:cNvPr>
            <p:cNvSpPr/>
            <p:nvPr userDrawn="1"/>
          </p:nvSpPr>
          <p:spPr>
            <a:xfrm>
              <a:off x="622418" y="280927"/>
              <a:ext cx="254101" cy="254101"/>
            </a:xfrm>
            <a:prstGeom prst="ellipse">
              <a:avLst/>
            </a:pr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grpSp>
      <p:sp>
        <p:nvSpPr>
          <p:cNvPr id="16" name="标题 1">
            <a:extLst>
              <a:ext uri="{FF2B5EF4-FFF2-40B4-BE49-F238E27FC236}">
                <a16:creationId xmlns:a16="http://schemas.microsoft.com/office/drawing/2014/main" id="{0C0DE796-998A-F84E-9B56-1958C6777C8D}"/>
              </a:ext>
            </a:extLst>
          </p:cNvPr>
          <p:cNvSpPr>
            <a:spLocks noGrp="1"/>
          </p:cNvSpPr>
          <p:nvPr>
            <p:ph type="title" hasCustomPrompt="1"/>
          </p:nvPr>
        </p:nvSpPr>
        <p:spPr>
          <a:xfrm>
            <a:off x="1097280" y="421817"/>
            <a:ext cx="10058400" cy="1369074"/>
          </a:xfrm>
          <a:prstGeom prst="rect">
            <a:avLst/>
          </a:prstGeom>
        </p:spPr>
        <p:txBody>
          <a:bodyPr lIns="0" rIns="0" rtlCol="0" anchor="ctr">
            <a:normAutofit/>
          </a:bodyPr>
          <a:lstStyle>
            <a:lvl1pPr>
              <a:defRPr sz="4000" cap="all" baseline="0">
                <a:latin typeface="Microsoft YaHei UI" panose="020B0503020204020204" pitchFamily="34" charset="-122"/>
                <a:ea typeface="Microsoft YaHei UI" panose="020B0503020204020204" pitchFamily="34" charset="-122"/>
              </a:defRPr>
            </a:lvl1pPr>
          </a:lstStyle>
          <a:p>
            <a:pPr rtl="0"/>
            <a:r>
              <a:rPr lang="zh-CN" altLang="en-US" noProof="0" dirty="0"/>
              <a:t>在此处输入标题</a:t>
            </a:r>
          </a:p>
        </p:txBody>
      </p:sp>
      <p:sp>
        <p:nvSpPr>
          <p:cNvPr id="17" name="椭圆形 16">
            <a:extLst>
              <a:ext uri="{FF2B5EF4-FFF2-40B4-BE49-F238E27FC236}">
                <a16:creationId xmlns:a16="http://schemas.microsoft.com/office/drawing/2014/main" id="{7B23D2B0-E152-D14D-8154-8DD47BD10DF3}"/>
              </a:ext>
            </a:extLst>
          </p:cNvPr>
          <p:cNvSpPr/>
          <p:nvPr userDrawn="1"/>
        </p:nvSpPr>
        <p:spPr>
          <a:xfrm>
            <a:off x="10429390" y="360726"/>
            <a:ext cx="1035859" cy="1035859"/>
          </a:xfrm>
          <a:prstGeom prst="ellipse">
            <a:avLst/>
          </a:prstGeom>
          <a:noFill/>
          <a:ln w="38100">
            <a:solidFill>
              <a:schemeClr val="accent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
        <p:nvSpPr>
          <p:cNvPr id="23" name="椭圆形 22">
            <a:extLst>
              <a:ext uri="{FF2B5EF4-FFF2-40B4-BE49-F238E27FC236}">
                <a16:creationId xmlns:a16="http://schemas.microsoft.com/office/drawing/2014/main" id="{8A3BEDF6-5ABA-3B42-99BB-4438813B1A4B}"/>
              </a:ext>
            </a:extLst>
          </p:cNvPr>
          <p:cNvSpPr/>
          <p:nvPr userDrawn="1"/>
        </p:nvSpPr>
        <p:spPr>
          <a:xfrm>
            <a:off x="458087" y="5430446"/>
            <a:ext cx="99011" cy="99011"/>
          </a:xfrm>
          <a:prstGeom prst="ellipse">
            <a:avLst/>
          </a:prstGeom>
          <a:solidFill>
            <a:schemeClr val="accent4"/>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
        <p:nvSpPr>
          <p:cNvPr id="24" name="椭圆形 23">
            <a:extLst>
              <a:ext uri="{FF2B5EF4-FFF2-40B4-BE49-F238E27FC236}">
                <a16:creationId xmlns:a16="http://schemas.microsoft.com/office/drawing/2014/main" id="{A9CF8BE7-F2AC-AB4C-900F-F64D55111EFC}"/>
              </a:ext>
            </a:extLst>
          </p:cNvPr>
          <p:cNvSpPr/>
          <p:nvPr userDrawn="1"/>
        </p:nvSpPr>
        <p:spPr>
          <a:xfrm>
            <a:off x="5664570" y="125360"/>
            <a:ext cx="176394" cy="176394"/>
          </a:xfrm>
          <a:prstGeom prst="ellipse">
            <a:avLst/>
          </a:prstGeom>
          <a:solidFill>
            <a:schemeClr val="accent6"/>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
        <p:nvSpPr>
          <p:cNvPr id="27" name="椭圆形 26">
            <a:extLst>
              <a:ext uri="{FF2B5EF4-FFF2-40B4-BE49-F238E27FC236}">
                <a16:creationId xmlns:a16="http://schemas.microsoft.com/office/drawing/2014/main" id="{5EF4254B-D281-684E-BD0B-63AEC0AC197C}"/>
              </a:ext>
            </a:extLst>
          </p:cNvPr>
          <p:cNvSpPr/>
          <p:nvPr userDrawn="1"/>
        </p:nvSpPr>
        <p:spPr>
          <a:xfrm>
            <a:off x="11383587" y="6035040"/>
            <a:ext cx="776923" cy="776923"/>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11800130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仅标题">
    <p:spTree>
      <p:nvGrpSpPr>
        <p:cNvPr id="1" name=""/>
        <p:cNvGrpSpPr/>
        <p:nvPr/>
      </p:nvGrpSpPr>
      <p:grpSpPr>
        <a:xfrm>
          <a:off x="0" y="0"/>
          <a:ext cx="0" cy="0"/>
          <a:chOff x="0" y="0"/>
          <a:chExt cx="0" cy="0"/>
        </a:xfrm>
      </p:grpSpPr>
      <p:sp>
        <p:nvSpPr>
          <p:cNvPr id="6" name="日期占位符 5">
            <a:extLst>
              <a:ext uri="{FF2B5EF4-FFF2-40B4-BE49-F238E27FC236}">
                <a16:creationId xmlns:a16="http://schemas.microsoft.com/office/drawing/2014/main" id="{7392073F-158F-44A3-8913-917AFFC1BC20}"/>
              </a:ext>
            </a:extLst>
          </p:cNvPr>
          <p:cNvSpPr>
            <a:spLocks noGrp="1"/>
          </p:cNvSpPr>
          <p:nvPr>
            <p:ph type="dt" sz="half" idx="10"/>
          </p:nvPr>
        </p:nvSpPr>
        <p:spPr/>
        <p:txBody>
          <a:bodyPr rtlCol="0"/>
          <a:lstStyle>
            <a:lvl1pPr>
              <a:defRPr>
                <a:latin typeface="Microsoft YaHei UI" panose="020B0503020204020204" pitchFamily="34" charset="-122"/>
                <a:ea typeface="Microsoft YaHei UI" panose="020B0503020204020204" pitchFamily="34" charset="-122"/>
              </a:defRPr>
            </a:lvl1pPr>
          </a:lstStyle>
          <a:p>
            <a:fld id="{FF43D53C-1806-4A83-A211-8671989BB356}" type="datetime1">
              <a:rPr lang="zh-CN" altLang="en-US" noProof="0" smtClean="0"/>
              <a:t>2021/1/31</a:t>
            </a:fld>
            <a:endParaRPr lang="zh-CN" altLang="en-US" noProof="0" dirty="0"/>
          </a:p>
        </p:txBody>
      </p:sp>
      <p:sp>
        <p:nvSpPr>
          <p:cNvPr id="7" name="页脚占位符 6">
            <a:extLst>
              <a:ext uri="{FF2B5EF4-FFF2-40B4-BE49-F238E27FC236}">
                <a16:creationId xmlns:a16="http://schemas.microsoft.com/office/drawing/2014/main" id="{EED72207-24CA-42B7-A975-2F8E41CBA904}"/>
              </a:ext>
            </a:extLst>
          </p:cNvPr>
          <p:cNvSpPr>
            <a:spLocks noGrp="1"/>
          </p:cNvSpPr>
          <p:nvPr>
            <p:ph type="ftr" sz="quarter" idx="11"/>
          </p:nvPr>
        </p:nvSpPr>
        <p:spPr/>
        <p:txBody>
          <a:bodyPr rtlCol="0"/>
          <a:lstStyle>
            <a:lvl1pPr>
              <a:defRPr>
                <a:latin typeface="Microsoft YaHei UI" panose="020B0503020204020204" pitchFamily="34" charset="-122"/>
                <a:ea typeface="Microsoft YaHei UI" panose="020B0503020204020204" pitchFamily="34" charset="-122"/>
              </a:defRPr>
            </a:lvl1pPr>
          </a:lstStyle>
          <a:p>
            <a:endParaRPr lang="zh-CN" altLang="en-US" noProof="0" dirty="0"/>
          </a:p>
        </p:txBody>
      </p:sp>
      <p:sp>
        <p:nvSpPr>
          <p:cNvPr id="8" name="灯片编号占位符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rtlCol="0"/>
          <a:lstStyle>
            <a:lvl1pPr>
              <a:defRPr>
                <a:latin typeface="Microsoft YaHei UI" panose="020B0503020204020204" pitchFamily="34" charset="-122"/>
                <a:ea typeface="Microsoft YaHei UI" panose="020B0503020204020204" pitchFamily="34" charset="-122"/>
              </a:defRPr>
            </a:lvl1pPr>
          </a:lstStyle>
          <a:p>
            <a:fld id="{3A98EE3D-8CD1-4C3F-BD1C-C98C9596463C}" type="slidenum">
              <a:rPr lang="en-US" altLang="zh-CN" noProof="0" smtClean="0"/>
              <a:pPr/>
              <a:t>‹#›</a:t>
            </a:fld>
            <a:endParaRPr lang="zh-CN" altLang="en-US" noProof="0" dirty="0"/>
          </a:p>
        </p:txBody>
      </p:sp>
      <p:grpSp>
        <p:nvGrpSpPr>
          <p:cNvPr id="9" name="组 8">
            <a:extLst>
              <a:ext uri="{FF2B5EF4-FFF2-40B4-BE49-F238E27FC236}">
                <a16:creationId xmlns:a16="http://schemas.microsoft.com/office/drawing/2014/main" id="{A2C09A16-A6B6-E04E-A40A-F482C0A95C0A}"/>
              </a:ext>
            </a:extLst>
          </p:cNvPr>
          <p:cNvGrpSpPr/>
          <p:nvPr userDrawn="1"/>
        </p:nvGrpSpPr>
        <p:grpSpPr>
          <a:xfrm rot="5400000">
            <a:off x="-21619" y="1088453"/>
            <a:ext cx="910099" cy="99010"/>
            <a:chOff x="622418" y="280927"/>
            <a:chExt cx="2335705" cy="254101"/>
          </a:xfrm>
        </p:grpSpPr>
        <p:sp>
          <p:nvSpPr>
            <p:cNvPr id="10" name="椭圆形 9">
              <a:extLst>
                <a:ext uri="{FF2B5EF4-FFF2-40B4-BE49-F238E27FC236}">
                  <a16:creationId xmlns:a16="http://schemas.microsoft.com/office/drawing/2014/main" id="{A6B2DF34-338D-4F43-B8F7-D7A00348B68B}"/>
                </a:ext>
              </a:extLst>
            </p:cNvPr>
            <p:cNvSpPr/>
            <p:nvPr userDrawn="1"/>
          </p:nvSpPr>
          <p:spPr>
            <a:xfrm>
              <a:off x="1038739" y="280927"/>
              <a:ext cx="254101" cy="254101"/>
            </a:xfrm>
            <a:prstGeom prst="ellipse">
              <a:avLst/>
            </a:prstGeom>
            <a:solidFill>
              <a:schemeClr val="accent2"/>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
          <p:nvSpPr>
            <p:cNvPr id="11" name="椭圆形 10">
              <a:extLst>
                <a:ext uri="{FF2B5EF4-FFF2-40B4-BE49-F238E27FC236}">
                  <a16:creationId xmlns:a16="http://schemas.microsoft.com/office/drawing/2014/main" id="{33778C21-4171-774D-A73F-77BEBF2E4C18}"/>
                </a:ext>
              </a:extLst>
            </p:cNvPr>
            <p:cNvSpPr/>
            <p:nvPr userDrawn="1"/>
          </p:nvSpPr>
          <p:spPr>
            <a:xfrm>
              <a:off x="1455060" y="280927"/>
              <a:ext cx="254101" cy="254101"/>
            </a:xfrm>
            <a:prstGeom prst="ellipse">
              <a:avLst/>
            </a:prstGeom>
            <a:solidFill>
              <a:schemeClr val="accent3"/>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
          <p:nvSpPr>
            <p:cNvPr id="12" name="椭圆形 11">
              <a:extLst>
                <a:ext uri="{FF2B5EF4-FFF2-40B4-BE49-F238E27FC236}">
                  <a16:creationId xmlns:a16="http://schemas.microsoft.com/office/drawing/2014/main" id="{CC25D2EF-AE01-A247-8BC3-8F35F863C0A6}"/>
                </a:ext>
              </a:extLst>
            </p:cNvPr>
            <p:cNvSpPr/>
            <p:nvPr userDrawn="1"/>
          </p:nvSpPr>
          <p:spPr>
            <a:xfrm>
              <a:off x="1871381" y="280927"/>
              <a:ext cx="254101" cy="254101"/>
            </a:xfrm>
            <a:prstGeom prst="ellipse">
              <a:avLst/>
            </a:prstGeom>
            <a:solidFill>
              <a:schemeClr val="accent4"/>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
          <p:nvSpPr>
            <p:cNvPr id="13" name="椭圆形 12">
              <a:extLst>
                <a:ext uri="{FF2B5EF4-FFF2-40B4-BE49-F238E27FC236}">
                  <a16:creationId xmlns:a16="http://schemas.microsoft.com/office/drawing/2014/main" id="{5F860801-109B-EB4F-96A8-35D76B759583}"/>
                </a:ext>
              </a:extLst>
            </p:cNvPr>
            <p:cNvSpPr/>
            <p:nvPr userDrawn="1"/>
          </p:nvSpPr>
          <p:spPr>
            <a:xfrm>
              <a:off x="2287702" y="280927"/>
              <a:ext cx="254101" cy="254101"/>
            </a:xfrm>
            <a:prstGeom prst="ellipse">
              <a:avLst/>
            </a:prstGeom>
            <a:solidFill>
              <a:schemeClr val="accent5"/>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
          <p:nvSpPr>
            <p:cNvPr id="14" name="椭圆形 13">
              <a:extLst>
                <a:ext uri="{FF2B5EF4-FFF2-40B4-BE49-F238E27FC236}">
                  <a16:creationId xmlns:a16="http://schemas.microsoft.com/office/drawing/2014/main" id="{97337F70-9199-7242-BD8B-8F96606A18A1}"/>
                </a:ext>
              </a:extLst>
            </p:cNvPr>
            <p:cNvSpPr/>
            <p:nvPr userDrawn="1"/>
          </p:nvSpPr>
          <p:spPr>
            <a:xfrm>
              <a:off x="2704022" y="280927"/>
              <a:ext cx="254101" cy="254101"/>
            </a:xfrm>
            <a:prstGeom prst="ellipse">
              <a:avLst/>
            </a:prstGeom>
            <a:solidFill>
              <a:schemeClr val="accent6"/>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
          <p:nvSpPr>
            <p:cNvPr id="15" name="椭圆形 14">
              <a:extLst>
                <a:ext uri="{FF2B5EF4-FFF2-40B4-BE49-F238E27FC236}">
                  <a16:creationId xmlns:a16="http://schemas.microsoft.com/office/drawing/2014/main" id="{DF9320B7-AD58-7649-BC95-614ED90F4E69}"/>
                </a:ext>
              </a:extLst>
            </p:cNvPr>
            <p:cNvSpPr/>
            <p:nvPr userDrawn="1"/>
          </p:nvSpPr>
          <p:spPr>
            <a:xfrm>
              <a:off x="622418" y="280927"/>
              <a:ext cx="254101" cy="254101"/>
            </a:xfrm>
            <a:prstGeom prst="ellipse">
              <a:avLst/>
            </a:pr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grpSp>
      <p:sp>
        <p:nvSpPr>
          <p:cNvPr id="16" name="标题 1">
            <a:extLst>
              <a:ext uri="{FF2B5EF4-FFF2-40B4-BE49-F238E27FC236}">
                <a16:creationId xmlns:a16="http://schemas.microsoft.com/office/drawing/2014/main" id="{0C0DE796-998A-F84E-9B56-1958C6777C8D}"/>
              </a:ext>
            </a:extLst>
          </p:cNvPr>
          <p:cNvSpPr>
            <a:spLocks noGrp="1"/>
          </p:cNvSpPr>
          <p:nvPr>
            <p:ph type="title" hasCustomPrompt="1"/>
          </p:nvPr>
        </p:nvSpPr>
        <p:spPr>
          <a:xfrm>
            <a:off x="1097280" y="421817"/>
            <a:ext cx="5751389" cy="1369074"/>
          </a:xfrm>
          <a:prstGeom prst="rect">
            <a:avLst/>
          </a:prstGeom>
        </p:spPr>
        <p:txBody>
          <a:bodyPr lIns="0" rIns="0" rtlCol="0" anchor="ctr">
            <a:normAutofit/>
          </a:bodyPr>
          <a:lstStyle>
            <a:lvl1pPr>
              <a:defRPr sz="4000" cap="all" baseline="0">
                <a:latin typeface="Microsoft YaHei UI" panose="020B0503020204020204" pitchFamily="34" charset="-122"/>
                <a:ea typeface="Microsoft YaHei UI" panose="020B0503020204020204" pitchFamily="34" charset="-122"/>
              </a:defRPr>
            </a:lvl1pPr>
          </a:lstStyle>
          <a:p>
            <a:pPr rtl="0"/>
            <a:r>
              <a:rPr lang="zh-CN" altLang="en-US" noProof="0" dirty="0"/>
              <a:t>在此处输入标题</a:t>
            </a:r>
          </a:p>
        </p:txBody>
      </p:sp>
      <p:sp>
        <p:nvSpPr>
          <p:cNvPr id="21" name="图片占位符 20">
            <a:extLst>
              <a:ext uri="{FF2B5EF4-FFF2-40B4-BE49-F238E27FC236}">
                <a16:creationId xmlns:a16="http://schemas.microsoft.com/office/drawing/2014/main" id="{384D173E-9054-4C40-98EA-A6EAC4D8511B}"/>
              </a:ext>
            </a:extLst>
          </p:cNvPr>
          <p:cNvSpPr>
            <a:spLocks noGrp="1"/>
          </p:cNvSpPr>
          <p:nvPr>
            <p:ph type="pic" sz="quarter" idx="13"/>
          </p:nvPr>
        </p:nvSpPr>
        <p:spPr>
          <a:xfrm>
            <a:off x="7921641" y="0"/>
            <a:ext cx="4270360" cy="6858001"/>
          </a:xfrm>
          <a:custGeom>
            <a:avLst/>
            <a:gdLst>
              <a:gd name="connsiteX0" fmla="*/ 1904091 w 4305219"/>
              <a:gd name="connsiteY0" fmla="*/ 0 h 6913983"/>
              <a:gd name="connsiteX1" fmla="*/ 4305219 w 4305219"/>
              <a:gd name="connsiteY1" fmla="*/ 0 h 6913983"/>
              <a:gd name="connsiteX2" fmla="*/ 4305219 w 4305219"/>
              <a:gd name="connsiteY2" fmla="*/ 6913983 h 6913983"/>
              <a:gd name="connsiteX3" fmla="*/ 1818156 w 4305219"/>
              <a:gd name="connsiteY3" fmla="*/ 6913983 h 6913983"/>
              <a:gd name="connsiteX4" fmla="*/ 1507580 w 4305219"/>
              <a:gd name="connsiteY4" fmla="*/ 6681739 h 6913983"/>
              <a:gd name="connsiteX5" fmla="*/ 0 w 4305219"/>
              <a:gd name="connsiteY5" fmla="*/ 3484983 h 6913983"/>
              <a:gd name="connsiteX6" fmla="*/ 1826504 w 4305219"/>
              <a:gd name="connsiteY6" fmla="*/ 49741 h 6913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05219" h="6913983">
                <a:moveTo>
                  <a:pt x="1904091" y="0"/>
                </a:moveTo>
                <a:lnTo>
                  <a:pt x="4305219" y="0"/>
                </a:lnTo>
                <a:lnTo>
                  <a:pt x="4305219" y="6913983"/>
                </a:lnTo>
                <a:lnTo>
                  <a:pt x="1818156" y="6913983"/>
                </a:lnTo>
                <a:lnTo>
                  <a:pt x="1507580" y="6681739"/>
                </a:lnTo>
                <a:cubicBezTo>
                  <a:pt x="586863" y="5921896"/>
                  <a:pt x="0" y="4771974"/>
                  <a:pt x="0" y="3484983"/>
                </a:cubicBezTo>
                <a:cubicBezTo>
                  <a:pt x="0" y="2054993"/>
                  <a:pt x="724522" y="794225"/>
                  <a:pt x="1826504" y="49741"/>
                </a:cubicBezTo>
                <a:close/>
              </a:path>
            </a:pathLst>
          </a:custGeom>
          <a:gradFill flip="none" rotWithShape="1">
            <a:gsLst>
              <a:gs pos="0">
                <a:schemeClr val="accent6">
                  <a:lumMod val="89000"/>
                </a:schemeClr>
              </a:gs>
              <a:gs pos="23000">
                <a:schemeClr val="accent6">
                  <a:lumMod val="89000"/>
                </a:schemeClr>
              </a:gs>
              <a:gs pos="69000">
                <a:schemeClr val="accent6">
                  <a:lumMod val="75000"/>
                </a:schemeClr>
              </a:gs>
              <a:gs pos="97000">
                <a:schemeClr val="accent6">
                  <a:lumMod val="70000"/>
                </a:schemeClr>
              </a:gs>
            </a:gsLst>
            <a:path path="circle">
              <a:fillToRect l="50000" t="50000" r="50000" b="50000"/>
            </a:path>
            <a:tileRect/>
          </a:gradFill>
        </p:spPr>
        <p:txBody>
          <a:bodyPr wrap="square" rtlCol="0">
            <a:noAutofit/>
          </a:bodyPr>
          <a:lstStyle>
            <a:lvl1pPr>
              <a:defRPr>
                <a:latin typeface="Microsoft YaHei UI" panose="020B0503020204020204" pitchFamily="34" charset="-122"/>
                <a:ea typeface="Microsoft YaHei UI" panose="020B0503020204020204" pitchFamily="34" charset="-122"/>
              </a:defRPr>
            </a:lvl1pPr>
          </a:lstStyle>
          <a:p>
            <a:pPr rtl="0"/>
            <a:r>
              <a:rPr lang="zh-CN" altLang="en-US" noProof="0"/>
              <a:t>单击图标添加图片</a:t>
            </a:r>
            <a:endParaRPr lang="zh-CN" altLang="en-US" noProof="0" dirty="0"/>
          </a:p>
        </p:txBody>
      </p:sp>
      <p:sp>
        <p:nvSpPr>
          <p:cNvPr id="18" name="内容占位符 2">
            <a:extLst>
              <a:ext uri="{FF2B5EF4-FFF2-40B4-BE49-F238E27FC236}">
                <a16:creationId xmlns:a16="http://schemas.microsoft.com/office/drawing/2014/main" id="{881322FE-E286-E344-B332-CF37E6CAD2DC}"/>
              </a:ext>
            </a:extLst>
          </p:cNvPr>
          <p:cNvSpPr>
            <a:spLocks noGrp="1"/>
          </p:cNvSpPr>
          <p:nvPr>
            <p:ph sz="half" idx="1"/>
          </p:nvPr>
        </p:nvSpPr>
        <p:spPr>
          <a:xfrm>
            <a:off x="1097278" y="2322728"/>
            <a:ext cx="5751389" cy="4032225"/>
          </a:xfrm>
        </p:spPr>
        <p:txBody>
          <a:bodyPr rtlCol="0" anchor="t">
            <a:normAutofit/>
          </a:bodyPr>
          <a:lstStyle>
            <a:lvl1pPr>
              <a:defRPr sz="1600">
                <a:latin typeface="Microsoft YaHei UI" panose="020B0503020204020204" pitchFamily="34" charset="-122"/>
                <a:ea typeface="Microsoft YaHei UI" panose="020B0503020204020204" pitchFamily="34" charset="-122"/>
              </a:defRPr>
            </a:lvl1pPr>
            <a:lvl2pPr>
              <a:defRPr sz="1400">
                <a:latin typeface="Microsoft YaHei UI" panose="020B0503020204020204" pitchFamily="34" charset="-122"/>
                <a:ea typeface="Microsoft YaHei UI" panose="020B0503020204020204" pitchFamily="34" charset="-122"/>
              </a:defRPr>
            </a:lvl2pPr>
            <a:lvl3pPr>
              <a:defRPr sz="1200">
                <a:latin typeface="Microsoft YaHei UI" panose="020B0503020204020204" pitchFamily="34" charset="-122"/>
                <a:ea typeface="Microsoft YaHei UI" panose="020B0503020204020204" pitchFamily="34" charset="-122"/>
              </a:defRPr>
            </a:lvl3pPr>
            <a:lvl4pPr>
              <a:defRPr sz="1100">
                <a:latin typeface="Microsoft YaHei UI" panose="020B0503020204020204" pitchFamily="34" charset="-122"/>
                <a:ea typeface="Microsoft YaHei UI" panose="020B0503020204020204" pitchFamily="34" charset="-122"/>
              </a:defRPr>
            </a:lvl4pPr>
            <a:lvl5pPr>
              <a:defRPr sz="1100">
                <a:latin typeface="Microsoft YaHei UI" panose="020B0503020204020204" pitchFamily="34" charset="-122"/>
                <a:ea typeface="Microsoft YaHei UI" panose="020B0503020204020204" pitchFamily="34" charset="-122"/>
              </a:defRPr>
            </a:lvl5pPr>
          </a:lstStyle>
          <a:p>
            <a:pPr lvl="0" rtl="0"/>
            <a:r>
              <a:rPr lang="zh-CN" altLang="en-US" noProof="0"/>
              <a:t>单击此处编辑母版文本样式</a:t>
            </a:r>
          </a:p>
          <a:p>
            <a:pPr lvl="1" rtl="0"/>
            <a:r>
              <a:rPr lang="zh-CN" altLang="en-US" noProof="0"/>
              <a:t>二级</a:t>
            </a:r>
          </a:p>
          <a:p>
            <a:pPr lvl="2" rtl="0"/>
            <a:r>
              <a:rPr lang="zh-CN" altLang="en-US" noProof="0"/>
              <a:t>三级</a:t>
            </a:r>
          </a:p>
          <a:p>
            <a:pPr lvl="3" rtl="0"/>
            <a:r>
              <a:rPr lang="zh-CN" altLang="en-US" noProof="0"/>
              <a:t>四级</a:t>
            </a:r>
          </a:p>
          <a:p>
            <a:pPr lvl="4" rtl="0"/>
            <a:r>
              <a:rPr lang="zh-CN" altLang="en-US" noProof="0"/>
              <a:t>五级</a:t>
            </a:r>
            <a:endParaRPr lang="zh-CN" altLang="en-US" noProof="0" dirty="0"/>
          </a:p>
        </p:txBody>
      </p:sp>
    </p:spTree>
    <p:extLst>
      <p:ext uri="{BB962C8B-B14F-4D97-AF65-F5344CB8AC3E}">
        <p14:creationId xmlns:p14="http://schemas.microsoft.com/office/powerpoint/2010/main" val="28299856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94E9223F-721F-47BF-9FD5-0F8D12FF0DE1}"/>
              </a:ext>
            </a:extLst>
          </p:cNvPr>
          <p:cNvSpPr>
            <a:spLocks noGrp="1"/>
          </p:cNvSpPr>
          <p:nvPr>
            <p:ph type="dt" sz="half" idx="10"/>
          </p:nvPr>
        </p:nvSpPr>
        <p:spPr/>
        <p:txBody>
          <a:bodyPr rtlCol="0"/>
          <a:lstStyle/>
          <a:p>
            <a:pPr rtl="0"/>
            <a:fld id="{02A4ACC5-A778-46B8-BCD4-0E4BAAD40D7F}" type="datetime1">
              <a:rPr lang="zh-CN" altLang="en-US" noProof="0" smtClean="0"/>
              <a:t>2021/1/31</a:t>
            </a:fld>
            <a:endParaRPr lang="zh-CN" altLang="en-US" noProof="0" dirty="0"/>
          </a:p>
        </p:txBody>
      </p:sp>
      <p:sp>
        <p:nvSpPr>
          <p:cNvPr id="3" name="页脚占位符 2">
            <a:extLst>
              <a:ext uri="{FF2B5EF4-FFF2-40B4-BE49-F238E27FC236}">
                <a16:creationId xmlns:a16="http://schemas.microsoft.com/office/drawing/2014/main" id="{05915714-6BBA-4593-8591-4E26F7D58D9F}"/>
              </a:ext>
            </a:extLst>
          </p:cNvPr>
          <p:cNvSpPr>
            <a:spLocks noGrp="1"/>
          </p:cNvSpPr>
          <p:nvPr>
            <p:ph type="ftr" sz="quarter" idx="11"/>
          </p:nvPr>
        </p:nvSpPr>
        <p:spPr/>
        <p:txBody>
          <a:bodyPr rtlCol="0"/>
          <a:lstStyle/>
          <a:p>
            <a:pPr rtl="0"/>
            <a:endParaRPr lang="zh-CN" altLang="en-US" noProof="0" dirty="0"/>
          </a:p>
        </p:txBody>
      </p:sp>
      <p:sp>
        <p:nvSpPr>
          <p:cNvPr id="4" name="灯片编号占位符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rtlCol="0"/>
          <a:lstStyle/>
          <a:p>
            <a:pPr rtl="0"/>
            <a:fld id="{3A98EE3D-8CD1-4C3F-BD1C-C98C9596463C}" type="slidenum">
              <a:rPr lang="en-US" altLang="zh-CN" noProof="0" smtClean="0"/>
              <a:t>‹#›</a:t>
            </a:fld>
            <a:endParaRPr lang="zh-CN" altLang="en-US" noProof="0" dirty="0"/>
          </a:p>
        </p:txBody>
      </p:sp>
    </p:spTree>
    <p:extLst>
      <p:ext uri="{BB962C8B-B14F-4D97-AF65-F5344CB8AC3E}">
        <p14:creationId xmlns:p14="http://schemas.microsoft.com/office/powerpoint/2010/main" val="30105073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两栏内容 2">
    <p:spTree>
      <p:nvGrpSpPr>
        <p:cNvPr id="1" name=""/>
        <p:cNvGrpSpPr/>
        <p:nvPr/>
      </p:nvGrpSpPr>
      <p:grpSpPr>
        <a:xfrm>
          <a:off x="0" y="0"/>
          <a:ext cx="0" cy="0"/>
          <a:chOff x="0" y="0"/>
          <a:chExt cx="0" cy="0"/>
        </a:xfrm>
      </p:grpSpPr>
      <p:sp>
        <p:nvSpPr>
          <p:cNvPr id="13" name="椭圆形 12">
            <a:extLst>
              <a:ext uri="{FF2B5EF4-FFF2-40B4-BE49-F238E27FC236}">
                <a16:creationId xmlns:a16="http://schemas.microsoft.com/office/drawing/2014/main" id="{71DAD948-6707-714E-9E8F-26A36F4AE20E}"/>
              </a:ext>
            </a:extLst>
          </p:cNvPr>
          <p:cNvSpPr/>
          <p:nvPr userDrawn="1"/>
        </p:nvSpPr>
        <p:spPr>
          <a:xfrm>
            <a:off x="10429390" y="360726"/>
            <a:ext cx="1035859" cy="1035859"/>
          </a:xfrm>
          <a:prstGeom prst="ellipse">
            <a:avLst/>
          </a:prstGeom>
          <a:no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
        <p:nvSpPr>
          <p:cNvPr id="14" name="椭圆形 13">
            <a:extLst>
              <a:ext uri="{FF2B5EF4-FFF2-40B4-BE49-F238E27FC236}">
                <a16:creationId xmlns:a16="http://schemas.microsoft.com/office/drawing/2014/main" id="{E5F81511-AC79-6748-869A-9982CD568B16}"/>
              </a:ext>
            </a:extLst>
          </p:cNvPr>
          <p:cNvSpPr/>
          <p:nvPr userDrawn="1"/>
        </p:nvSpPr>
        <p:spPr>
          <a:xfrm>
            <a:off x="10337662" y="4398630"/>
            <a:ext cx="1700492" cy="1700492"/>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
        <p:nvSpPr>
          <p:cNvPr id="6" name="图片占位符 5">
            <a:extLst>
              <a:ext uri="{FF2B5EF4-FFF2-40B4-BE49-F238E27FC236}">
                <a16:creationId xmlns:a16="http://schemas.microsoft.com/office/drawing/2014/main" id="{A6F72D4E-9F4D-6341-9F9E-63E01AF59B47}"/>
              </a:ext>
            </a:extLst>
          </p:cNvPr>
          <p:cNvSpPr>
            <a:spLocks noGrp="1"/>
          </p:cNvSpPr>
          <p:nvPr>
            <p:ph type="pic" sz="quarter" idx="13"/>
          </p:nvPr>
        </p:nvSpPr>
        <p:spPr>
          <a:xfrm>
            <a:off x="5654414" y="265113"/>
            <a:ext cx="6089650" cy="6089650"/>
          </a:xfrm>
          <a:prstGeom prst="ellipse">
            <a:avLst/>
          </a:prstGeom>
          <a:gradFill flip="none" rotWithShape="1">
            <a:gsLst>
              <a:gs pos="0">
                <a:schemeClr val="accent6">
                  <a:lumMod val="89000"/>
                </a:schemeClr>
              </a:gs>
              <a:gs pos="23000">
                <a:schemeClr val="accent6">
                  <a:lumMod val="89000"/>
                </a:schemeClr>
              </a:gs>
              <a:gs pos="69000">
                <a:schemeClr val="accent6">
                  <a:lumMod val="75000"/>
                </a:schemeClr>
              </a:gs>
              <a:gs pos="97000">
                <a:schemeClr val="accent6">
                  <a:lumMod val="70000"/>
                </a:schemeClr>
              </a:gs>
            </a:gsLst>
            <a:path path="circle">
              <a:fillToRect l="50000" t="50000" r="50000" b="50000"/>
            </a:path>
            <a:tileRect/>
          </a:gradFill>
        </p:spPr>
        <p:txBody>
          <a:bodyPr rtlCol="0"/>
          <a:lstStyle>
            <a:lvl1pPr>
              <a:defRPr>
                <a:latin typeface="Microsoft YaHei UI" panose="020B0503020204020204" pitchFamily="34" charset="-122"/>
                <a:ea typeface="Microsoft YaHei UI" panose="020B0503020204020204" pitchFamily="34" charset="-122"/>
              </a:defRPr>
            </a:lvl1pPr>
          </a:lstStyle>
          <a:p>
            <a:pPr rtl="0"/>
            <a:r>
              <a:rPr lang="zh-CN" altLang="en-US" noProof="0"/>
              <a:t>单击图标添加图片</a:t>
            </a:r>
            <a:endParaRPr lang="zh-CN" altLang="en-US" noProof="0" dirty="0"/>
          </a:p>
        </p:txBody>
      </p:sp>
      <p:sp>
        <p:nvSpPr>
          <p:cNvPr id="2" name="日期占位符 1"/>
          <p:cNvSpPr>
            <a:spLocks noGrp="1"/>
          </p:cNvSpPr>
          <p:nvPr>
            <p:ph type="dt" sz="half" idx="10"/>
          </p:nvPr>
        </p:nvSpPr>
        <p:spPr/>
        <p:txBody>
          <a:bodyPr rtlCol="0"/>
          <a:lstStyle>
            <a:lvl1pPr>
              <a:defRPr>
                <a:latin typeface="Microsoft YaHei UI" panose="020B0503020204020204" pitchFamily="34" charset="-122"/>
                <a:ea typeface="Microsoft YaHei UI" panose="020B0503020204020204" pitchFamily="34" charset="-122"/>
              </a:defRPr>
            </a:lvl1pPr>
          </a:lstStyle>
          <a:p>
            <a:fld id="{AADCE5C1-BC15-4A4A-AF08-A4F199BE8CA2}" type="datetime1">
              <a:rPr lang="zh-CN" altLang="en-US" noProof="0" smtClean="0"/>
              <a:t>2021/1/31</a:t>
            </a:fld>
            <a:endParaRPr lang="zh-CN" altLang="en-US" noProof="0" dirty="0"/>
          </a:p>
        </p:txBody>
      </p:sp>
      <p:sp>
        <p:nvSpPr>
          <p:cNvPr id="3" name="页脚占位符 2"/>
          <p:cNvSpPr>
            <a:spLocks noGrp="1"/>
          </p:cNvSpPr>
          <p:nvPr>
            <p:ph type="ftr" sz="quarter" idx="11"/>
          </p:nvPr>
        </p:nvSpPr>
        <p:spPr/>
        <p:txBody>
          <a:bodyPr rtlCol="0"/>
          <a:lstStyle>
            <a:lvl1pPr>
              <a:defRPr>
                <a:latin typeface="Microsoft YaHei UI" panose="020B0503020204020204" pitchFamily="34" charset="-122"/>
                <a:ea typeface="Microsoft YaHei UI" panose="020B0503020204020204" pitchFamily="34" charset="-122"/>
              </a:defRPr>
            </a:lvl1pPr>
          </a:lstStyle>
          <a:p>
            <a:endParaRPr lang="zh-CN" altLang="en-US" noProof="0" dirty="0"/>
          </a:p>
        </p:txBody>
      </p:sp>
      <p:sp>
        <p:nvSpPr>
          <p:cNvPr id="4" name="灯片编号占位符 3"/>
          <p:cNvSpPr>
            <a:spLocks noGrp="1"/>
          </p:cNvSpPr>
          <p:nvPr>
            <p:ph type="sldNum" sz="quarter" idx="12"/>
          </p:nvPr>
        </p:nvSpPr>
        <p:spPr/>
        <p:txBody>
          <a:bodyPr rtlCol="0"/>
          <a:lstStyle>
            <a:lvl1pPr>
              <a:defRPr>
                <a:latin typeface="Microsoft YaHei UI" panose="020B0503020204020204" pitchFamily="34" charset="-122"/>
                <a:ea typeface="Microsoft YaHei UI" panose="020B0503020204020204" pitchFamily="34" charset="-122"/>
              </a:defRPr>
            </a:lvl1pPr>
          </a:lstStyle>
          <a:p>
            <a:fld id="{3A98EE3D-8CD1-4C3F-BD1C-C98C9596463C}" type="slidenum">
              <a:rPr lang="en-US" altLang="zh-CN" noProof="0" smtClean="0"/>
              <a:pPr/>
              <a:t>‹#›</a:t>
            </a:fld>
            <a:endParaRPr lang="zh-CN" altLang="en-US" noProof="0" dirty="0"/>
          </a:p>
        </p:txBody>
      </p:sp>
      <p:sp>
        <p:nvSpPr>
          <p:cNvPr id="18" name="内容占位符 2">
            <a:extLst>
              <a:ext uri="{FF2B5EF4-FFF2-40B4-BE49-F238E27FC236}">
                <a16:creationId xmlns:a16="http://schemas.microsoft.com/office/drawing/2014/main" id="{A2F758DC-4792-1D42-83A8-ED4E6CD5F7E3}"/>
              </a:ext>
            </a:extLst>
          </p:cNvPr>
          <p:cNvSpPr>
            <a:spLocks noGrp="1"/>
          </p:cNvSpPr>
          <p:nvPr>
            <p:ph sz="half" idx="1"/>
          </p:nvPr>
        </p:nvSpPr>
        <p:spPr>
          <a:xfrm>
            <a:off x="1097279" y="2322728"/>
            <a:ext cx="4144096" cy="4032225"/>
          </a:xfrm>
        </p:spPr>
        <p:txBody>
          <a:bodyPr rtlCol="0" anchor="t">
            <a:normAutofit/>
          </a:bodyPr>
          <a:lstStyle>
            <a:lvl1pPr>
              <a:defRPr sz="1600">
                <a:latin typeface="Microsoft YaHei UI" panose="020B0503020204020204" pitchFamily="34" charset="-122"/>
                <a:ea typeface="Microsoft YaHei UI" panose="020B0503020204020204" pitchFamily="34" charset="-122"/>
              </a:defRPr>
            </a:lvl1pPr>
            <a:lvl2pPr>
              <a:defRPr sz="1400">
                <a:latin typeface="Microsoft YaHei UI" panose="020B0503020204020204" pitchFamily="34" charset="-122"/>
                <a:ea typeface="Microsoft YaHei UI" panose="020B0503020204020204" pitchFamily="34" charset="-122"/>
              </a:defRPr>
            </a:lvl2pPr>
            <a:lvl3pPr>
              <a:defRPr sz="1200">
                <a:latin typeface="Microsoft YaHei UI" panose="020B0503020204020204" pitchFamily="34" charset="-122"/>
                <a:ea typeface="Microsoft YaHei UI" panose="020B0503020204020204" pitchFamily="34" charset="-122"/>
              </a:defRPr>
            </a:lvl3pPr>
            <a:lvl4pPr>
              <a:defRPr sz="1100">
                <a:latin typeface="Microsoft YaHei UI" panose="020B0503020204020204" pitchFamily="34" charset="-122"/>
                <a:ea typeface="Microsoft YaHei UI" panose="020B0503020204020204" pitchFamily="34" charset="-122"/>
              </a:defRPr>
            </a:lvl4pPr>
            <a:lvl5pPr>
              <a:defRPr sz="1100">
                <a:latin typeface="Microsoft YaHei UI" panose="020B0503020204020204" pitchFamily="34" charset="-122"/>
                <a:ea typeface="Microsoft YaHei UI" panose="020B0503020204020204" pitchFamily="34" charset="-122"/>
              </a:defRPr>
            </a:lvl5pPr>
          </a:lstStyle>
          <a:p>
            <a:pPr lvl="0" rtl="0"/>
            <a:r>
              <a:rPr lang="zh-CN" altLang="en-US" noProof="0"/>
              <a:t>单击此处编辑母版文本样式</a:t>
            </a:r>
          </a:p>
          <a:p>
            <a:pPr lvl="1" rtl="0"/>
            <a:r>
              <a:rPr lang="zh-CN" altLang="en-US" noProof="0"/>
              <a:t>二级</a:t>
            </a:r>
          </a:p>
          <a:p>
            <a:pPr lvl="2" rtl="0"/>
            <a:r>
              <a:rPr lang="zh-CN" altLang="en-US" noProof="0"/>
              <a:t>三级</a:t>
            </a:r>
          </a:p>
          <a:p>
            <a:pPr lvl="3" rtl="0"/>
            <a:r>
              <a:rPr lang="zh-CN" altLang="en-US" noProof="0"/>
              <a:t>四级</a:t>
            </a:r>
          </a:p>
          <a:p>
            <a:pPr lvl="4" rtl="0"/>
            <a:r>
              <a:rPr lang="zh-CN" altLang="en-US" noProof="0"/>
              <a:t>五级</a:t>
            </a:r>
            <a:endParaRPr lang="zh-CN" altLang="en-US" noProof="0" dirty="0"/>
          </a:p>
        </p:txBody>
      </p:sp>
      <p:sp>
        <p:nvSpPr>
          <p:cNvPr id="11" name="椭圆形 10">
            <a:extLst>
              <a:ext uri="{FF2B5EF4-FFF2-40B4-BE49-F238E27FC236}">
                <a16:creationId xmlns:a16="http://schemas.microsoft.com/office/drawing/2014/main" id="{2CB8633A-7C70-3C48-8FEE-69941AF2B466}"/>
              </a:ext>
            </a:extLst>
          </p:cNvPr>
          <p:cNvSpPr/>
          <p:nvPr userDrawn="1"/>
        </p:nvSpPr>
        <p:spPr>
          <a:xfrm>
            <a:off x="5535466" y="5600935"/>
            <a:ext cx="643415" cy="643415"/>
          </a:xfrm>
          <a:prstGeom prst="ellipse">
            <a:avLst/>
          </a:prstGeom>
          <a:noFill/>
          <a:ln w="38100">
            <a:solidFill>
              <a:schemeClr val="accent4"/>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
        <p:nvSpPr>
          <p:cNvPr id="20" name="椭圆形 19">
            <a:extLst>
              <a:ext uri="{FF2B5EF4-FFF2-40B4-BE49-F238E27FC236}">
                <a16:creationId xmlns:a16="http://schemas.microsoft.com/office/drawing/2014/main" id="{23B967D9-597D-E14A-AE80-4C3877655FB2}"/>
              </a:ext>
            </a:extLst>
          </p:cNvPr>
          <p:cNvSpPr/>
          <p:nvPr userDrawn="1"/>
        </p:nvSpPr>
        <p:spPr>
          <a:xfrm>
            <a:off x="5664569" y="541205"/>
            <a:ext cx="283407" cy="283407"/>
          </a:xfrm>
          <a:prstGeom prst="ellipse">
            <a:avLst/>
          </a:prstGeom>
          <a:solidFill>
            <a:schemeClr val="accent5"/>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
        <p:nvSpPr>
          <p:cNvPr id="21" name="椭圆形 20">
            <a:extLst>
              <a:ext uri="{FF2B5EF4-FFF2-40B4-BE49-F238E27FC236}">
                <a16:creationId xmlns:a16="http://schemas.microsoft.com/office/drawing/2014/main" id="{B7114435-8CC0-E744-B541-8EF28B774ECF}"/>
              </a:ext>
            </a:extLst>
          </p:cNvPr>
          <p:cNvSpPr/>
          <p:nvPr userDrawn="1"/>
        </p:nvSpPr>
        <p:spPr>
          <a:xfrm flipV="1">
            <a:off x="11885583" y="3453319"/>
            <a:ext cx="167338" cy="167338"/>
          </a:xfrm>
          <a:prstGeom prst="ellipse">
            <a:avLst/>
          </a:prstGeom>
          <a:solidFill>
            <a:schemeClr val="accent2"/>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grpSp>
        <p:nvGrpSpPr>
          <p:cNvPr id="30" name="组 29">
            <a:extLst>
              <a:ext uri="{FF2B5EF4-FFF2-40B4-BE49-F238E27FC236}">
                <a16:creationId xmlns:a16="http://schemas.microsoft.com/office/drawing/2014/main" id="{BB844B6D-9772-1D4A-A22A-19F6A1250CD6}"/>
              </a:ext>
            </a:extLst>
          </p:cNvPr>
          <p:cNvGrpSpPr/>
          <p:nvPr userDrawn="1"/>
        </p:nvGrpSpPr>
        <p:grpSpPr>
          <a:xfrm rot="5400000">
            <a:off x="-21619" y="1088453"/>
            <a:ext cx="910099" cy="99010"/>
            <a:chOff x="622418" y="280927"/>
            <a:chExt cx="2335705" cy="254101"/>
          </a:xfrm>
        </p:grpSpPr>
        <p:sp>
          <p:nvSpPr>
            <p:cNvPr id="31" name="椭圆形 30">
              <a:extLst>
                <a:ext uri="{FF2B5EF4-FFF2-40B4-BE49-F238E27FC236}">
                  <a16:creationId xmlns:a16="http://schemas.microsoft.com/office/drawing/2014/main" id="{4834FA13-7139-8546-99A9-CF39B5EDFDF5}"/>
                </a:ext>
              </a:extLst>
            </p:cNvPr>
            <p:cNvSpPr/>
            <p:nvPr userDrawn="1"/>
          </p:nvSpPr>
          <p:spPr>
            <a:xfrm>
              <a:off x="1038739" y="280927"/>
              <a:ext cx="254101" cy="254101"/>
            </a:xfrm>
            <a:prstGeom prst="ellipse">
              <a:avLst/>
            </a:prstGeom>
            <a:solidFill>
              <a:schemeClr val="accent2"/>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
          <p:nvSpPr>
            <p:cNvPr id="32" name="椭圆形 31">
              <a:extLst>
                <a:ext uri="{FF2B5EF4-FFF2-40B4-BE49-F238E27FC236}">
                  <a16:creationId xmlns:a16="http://schemas.microsoft.com/office/drawing/2014/main" id="{9746C656-7A16-8445-80B5-88C23703E694}"/>
                </a:ext>
              </a:extLst>
            </p:cNvPr>
            <p:cNvSpPr/>
            <p:nvPr userDrawn="1"/>
          </p:nvSpPr>
          <p:spPr>
            <a:xfrm>
              <a:off x="1455060" y="280927"/>
              <a:ext cx="254101" cy="254101"/>
            </a:xfrm>
            <a:prstGeom prst="ellipse">
              <a:avLst/>
            </a:prstGeom>
            <a:solidFill>
              <a:schemeClr val="accent3"/>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
          <p:nvSpPr>
            <p:cNvPr id="33" name="椭圆形 32">
              <a:extLst>
                <a:ext uri="{FF2B5EF4-FFF2-40B4-BE49-F238E27FC236}">
                  <a16:creationId xmlns:a16="http://schemas.microsoft.com/office/drawing/2014/main" id="{1E0A223A-22AD-6D40-9B6F-62F488036D58}"/>
                </a:ext>
              </a:extLst>
            </p:cNvPr>
            <p:cNvSpPr/>
            <p:nvPr userDrawn="1"/>
          </p:nvSpPr>
          <p:spPr>
            <a:xfrm>
              <a:off x="1871381" y="280927"/>
              <a:ext cx="254101" cy="254101"/>
            </a:xfrm>
            <a:prstGeom prst="ellipse">
              <a:avLst/>
            </a:prstGeom>
            <a:solidFill>
              <a:schemeClr val="accent4"/>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
          <p:nvSpPr>
            <p:cNvPr id="34" name="椭圆形 33">
              <a:extLst>
                <a:ext uri="{FF2B5EF4-FFF2-40B4-BE49-F238E27FC236}">
                  <a16:creationId xmlns:a16="http://schemas.microsoft.com/office/drawing/2014/main" id="{1DB8FD84-D022-E842-9B56-88F0574EBD30}"/>
                </a:ext>
              </a:extLst>
            </p:cNvPr>
            <p:cNvSpPr/>
            <p:nvPr userDrawn="1"/>
          </p:nvSpPr>
          <p:spPr>
            <a:xfrm>
              <a:off x="2287702" y="280927"/>
              <a:ext cx="254101" cy="254101"/>
            </a:xfrm>
            <a:prstGeom prst="ellipse">
              <a:avLst/>
            </a:prstGeom>
            <a:solidFill>
              <a:schemeClr val="accent5"/>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
          <p:nvSpPr>
            <p:cNvPr id="35" name="椭圆形 34">
              <a:extLst>
                <a:ext uri="{FF2B5EF4-FFF2-40B4-BE49-F238E27FC236}">
                  <a16:creationId xmlns:a16="http://schemas.microsoft.com/office/drawing/2014/main" id="{42F4DC0E-4CC4-374D-BE14-132577B95A70}"/>
                </a:ext>
              </a:extLst>
            </p:cNvPr>
            <p:cNvSpPr/>
            <p:nvPr userDrawn="1"/>
          </p:nvSpPr>
          <p:spPr>
            <a:xfrm>
              <a:off x="2704022" y="280927"/>
              <a:ext cx="254101" cy="254101"/>
            </a:xfrm>
            <a:prstGeom prst="ellipse">
              <a:avLst/>
            </a:prstGeom>
            <a:solidFill>
              <a:schemeClr val="accent6"/>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sp>
          <p:nvSpPr>
            <p:cNvPr id="36" name="椭圆形 35">
              <a:extLst>
                <a:ext uri="{FF2B5EF4-FFF2-40B4-BE49-F238E27FC236}">
                  <a16:creationId xmlns:a16="http://schemas.microsoft.com/office/drawing/2014/main" id="{A4E00522-1D16-F244-89FE-668EEBD08F2B}"/>
                </a:ext>
              </a:extLst>
            </p:cNvPr>
            <p:cNvSpPr/>
            <p:nvPr userDrawn="1"/>
          </p:nvSpPr>
          <p:spPr>
            <a:xfrm>
              <a:off x="622418" y="280927"/>
              <a:ext cx="254101" cy="254101"/>
            </a:xfrm>
            <a:prstGeom prst="ellipse">
              <a:avLst/>
            </a:pr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Microsoft YaHei UI" panose="020B0503020204020204" pitchFamily="34" charset="-122"/>
                <a:ea typeface="Microsoft YaHei UI" panose="020B0503020204020204" pitchFamily="34" charset="-122"/>
              </a:endParaRPr>
            </a:p>
          </p:txBody>
        </p:sp>
      </p:grpSp>
      <p:sp>
        <p:nvSpPr>
          <p:cNvPr id="37" name="标题 1">
            <a:extLst>
              <a:ext uri="{FF2B5EF4-FFF2-40B4-BE49-F238E27FC236}">
                <a16:creationId xmlns:a16="http://schemas.microsoft.com/office/drawing/2014/main" id="{C4C5AC59-B537-D54C-9B5C-55B75E9117A7}"/>
              </a:ext>
            </a:extLst>
          </p:cNvPr>
          <p:cNvSpPr>
            <a:spLocks noGrp="1"/>
          </p:cNvSpPr>
          <p:nvPr>
            <p:ph type="title" hasCustomPrompt="1"/>
          </p:nvPr>
        </p:nvSpPr>
        <p:spPr>
          <a:xfrm>
            <a:off x="1097280" y="421817"/>
            <a:ext cx="4144095" cy="1369074"/>
          </a:xfrm>
          <a:prstGeom prst="rect">
            <a:avLst/>
          </a:prstGeom>
        </p:spPr>
        <p:txBody>
          <a:bodyPr lIns="0" rIns="0" rtlCol="0" anchor="ctr">
            <a:normAutofit/>
          </a:bodyPr>
          <a:lstStyle>
            <a:lvl1pPr>
              <a:defRPr sz="4000" cap="all" baseline="0">
                <a:latin typeface="Microsoft YaHei UI" panose="020B0503020204020204" pitchFamily="34" charset="-122"/>
                <a:ea typeface="Microsoft YaHei UI" panose="020B0503020204020204" pitchFamily="34" charset="-122"/>
              </a:defRPr>
            </a:lvl1pPr>
          </a:lstStyle>
          <a:p>
            <a:pPr rtl="0"/>
            <a:r>
              <a:rPr lang="zh-CN" altLang="en-US" noProof="0" dirty="0"/>
              <a:t>在此处输入标题</a:t>
            </a:r>
          </a:p>
        </p:txBody>
      </p:sp>
    </p:spTree>
    <p:extLst>
      <p:ext uri="{BB962C8B-B14F-4D97-AF65-F5344CB8AC3E}">
        <p14:creationId xmlns:p14="http://schemas.microsoft.com/office/powerpoint/2010/main" val="12538301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pPr rtl="0"/>
            <a:r>
              <a:rPr lang="zh-CN" altLang="en-US" noProof="0" dirty="0"/>
              <a:t>单击此处编辑母版标题样式</a:t>
            </a:r>
          </a:p>
        </p:txBody>
      </p:sp>
      <p:sp>
        <p:nvSpPr>
          <p:cNvPr id="3" name="文本占位符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rtl="0"/>
            <a:r>
              <a:rPr lang="zh-CN" altLang="en-US" noProof="0" dirty="0"/>
              <a:t>单击此处编辑母版文本样式</a:t>
            </a:r>
          </a:p>
          <a:p>
            <a:pPr lvl="1" rtl="0"/>
            <a:r>
              <a:rPr lang="zh-CN" altLang="en-US" noProof="0" dirty="0"/>
              <a:t>第二级</a:t>
            </a:r>
          </a:p>
          <a:p>
            <a:pPr lvl="2" rtl="0"/>
            <a:r>
              <a:rPr lang="zh-CN" altLang="en-US" noProof="0" dirty="0"/>
              <a:t>第三级</a:t>
            </a:r>
          </a:p>
          <a:p>
            <a:pPr lvl="3" rtl="0"/>
            <a:r>
              <a:rPr lang="zh-CN" altLang="en-US" noProof="0" dirty="0"/>
              <a:t>第四级</a:t>
            </a:r>
          </a:p>
          <a:p>
            <a:pPr lvl="4" rtl="0"/>
            <a:r>
              <a:rPr lang="zh-CN" altLang="en-US" noProof="0" dirty="0"/>
              <a:t>第五级</a:t>
            </a:r>
          </a:p>
        </p:txBody>
      </p:sp>
      <p:sp>
        <p:nvSpPr>
          <p:cNvPr id="4" name="日期占位符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900">
                <a:solidFill>
                  <a:srgbClr val="FFFFFF"/>
                </a:solidFill>
                <a:latin typeface="Microsoft YaHei UI" panose="020B0503020204020204" pitchFamily="34" charset="-122"/>
                <a:ea typeface="Microsoft YaHei UI" panose="020B0503020204020204" pitchFamily="34" charset="-122"/>
              </a:defRPr>
            </a:lvl1pPr>
          </a:lstStyle>
          <a:p>
            <a:fld id="{746A4FBD-32D7-4F41-8EDC-A34B0FECF966}" type="datetime1">
              <a:rPr lang="zh-CN" altLang="en-US" noProof="0" smtClean="0"/>
              <a:t>2021/1/31</a:t>
            </a:fld>
            <a:endParaRPr lang="zh-CN" altLang="en-US" noProof="0" dirty="0"/>
          </a:p>
        </p:txBody>
      </p:sp>
      <p:sp>
        <p:nvSpPr>
          <p:cNvPr id="5" name="页脚占位符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900" cap="all" baseline="0">
                <a:solidFill>
                  <a:srgbClr val="FFFFFF"/>
                </a:solidFill>
                <a:latin typeface="Microsoft YaHei UI" panose="020B0503020204020204" pitchFamily="34" charset="-122"/>
                <a:ea typeface="Microsoft YaHei UI" panose="020B0503020204020204" pitchFamily="34" charset="-122"/>
              </a:defRPr>
            </a:lvl1pPr>
          </a:lstStyle>
          <a:p>
            <a:endParaRPr lang="zh-CN" altLang="en-US" noProof="0" dirty="0"/>
          </a:p>
        </p:txBody>
      </p:sp>
      <p:sp>
        <p:nvSpPr>
          <p:cNvPr id="6" name="幻灯片编号占位符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1050">
                <a:solidFill>
                  <a:srgbClr val="FFFFFF"/>
                </a:solidFill>
                <a:latin typeface="Microsoft YaHei UI" panose="020B0503020204020204" pitchFamily="34" charset="-122"/>
                <a:ea typeface="Microsoft YaHei UI" panose="020B0503020204020204" pitchFamily="34" charset="-122"/>
              </a:defRPr>
            </a:lvl1pPr>
          </a:lstStyle>
          <a:p>
            <a:fld id="{3A98EE3D-8CD1-4C3F-BD1C-C98C9596463C}" type="slidenum">
              <a:rPr lang="en-US" altLang="zh-CN" noProof="0" smtClean="0"/>
              <a:pPr/>
              <a:t>‹#›</a:t>
            </a:fld>
            <a:endParaRPr lang="zh-CN" altLang="en-US" noProof="0" dirty="0"/>
          </a:p>
        </p:txBody>
      </p:sp>
    </p:spTree>
    <p:extLst>
      <p:ext uri="{BB962C8B-B14F-4D97-AF65-F5344CB8AC3E}">
        <p14:creationId xmlns:p14="http://schemas.microsoft.com/office/powerpoint/2010/main" val="1690285712"/>
      </p:ext>
    </p:extLst>
  </p:cSld>
  <p:clrMap bg1="lt1" tx1="dk1" bg2="lt2" tx2="dk2" accent1="accent1" accent2="accent2" accent3="accent3" accent4="accent4" accent5="accent5" accent6="accent6" hlink="hlink" folHlink="folHlink"/>
  <p:sldLayoutIdLst>
    <p:sldLayoutId id="2147483706" r:id="rId1"/>
    <p:sldLayoutId id="2147483707" r:id="rId2"/>
    <p:sldLayoutId id="2147483722" r:id="rId3"/>
    <p:sldLayoutId id="2147483708" r:id="rId4"/>
    <p:sldLayoutId id="2147483709" r:id="rId5"/>
    <p:sldLayoutId id="2147483716" r:id="rId6"/>
    <p:sldLayoutId id="2147483710" r:id="rId7"/>
    <p:sldLayoutId id="2147483724" r:id="rId8"/>
    <p:sldLayoutId id="2147483711" r:id="rId9"/>
    <p:sldLayoutId id="2147483718" r:id="rId10"/>
  </p:sldLayoutIdLst>
  <p:hf sldNum="0" hdr="0" ftr="0" dt="0"/>
  <p:txStyles>
    <p:titleStyle>
      <a:lvl1pPr algn="l" defTabSz="914400" rtl="0" eaLnBrk="1" latinLnBrk="0" hangingPunct="1">
        <a:lnSpc>
          <a:spcPct val="90000"/>
        </a:lnSpc>
        <a:spcBef>
          <a:spcPct val="0"/>
        </a:spcBef>
        <a:buNone/>
        <a:defRPr sz="4800" kern="1200" spc="-50" baseline="0">
          <a:solidFill>
            <a:schemeClr val="tx1">
              <a:lumMod val="75000"/>
              <a:lumOff val="25000"/>
            </a:schemeClr>
          </a:solidFill>
          <a:latin typeface="Microsoft YaHei UI" panose="020B0503020204020204" pitchFamily="34" charset="-122"/>
          <a:ea typeface="Microsoft YaHei UI" panose="020B0503020204020204" pitchFamily="34" charset="-122"/>
          <a:cs typeface="+mj-cs"/>
        </a:defRPr>
      </a:lvl1pPr>
    </p:titleStyle>
    <p:body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icrosoft YaHei UI" panose="020B0503020204020204" pitchFamily="34" charset="-122"/>
          <a:ea typeface="Microsoft YaHei UI" panose="020B0503020204020204" pitchFamily="34" charset="-122"/>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tx1">
              <a:lumMod val="75000"/>
              <a:lumOff val="25000"/>
            </a:schemeClr>
          </a:solidFill>
          <a:latin typeface="Microsoft YaHei UI" panose="020B0503020204020204" pitchFamily="34" charset="-122"/>
          <a:ea typeface="Microsoft YaHei UI" panose="020B0503020204020204" pitchFamily="34" charset="-122"/>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icrosoft YaHei UI" panose="020B0503020204020204" pitchFamily="34" charset="-122"/>
          <a:ea typeface="Microsoft YaHei UI" panose="020B0503020204020204" pitchFamily="34" charset="-122"/>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icrosoft YaHei UI" panose="020B0503020204020204" pitchFamily="34" charset="-122"/>
          <a:ea typeface="Microsoft YaHei UI" panose="020B0503020204020204" pitchFamily="34" charset="-122"/>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icrosoft YaHei UI" panose="020B0503020204020204" pitchFamily="34" charset="-122"/>
          <a:ea typeface="Microsoft YaHei UI" panose="020B0503020204020204" pitchFamily="34" charset="-122"/>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2F50278-9A9A-0F4E-BDCF-6351BE173254}"/>
              </a:ext>
            </a:extLst>
          </p:cNvPr>
          <p:cNvSpPr>
            <a:spLocks noGrp="1"/>
          </p:cNvSpPr>
          <p:nvPr>
            <p:ph type="ctrTitle"/>
          </p:nvPr>
        </p:nvSpPr>
        <p:spPr>
          <a:xfrm>
            <a:off x="1097280" y="758952"/>
            <a:ext cx="10058400" cy="3566160"/>
          </a:xfrm>
        </p:spPr>
        <p:txBody>
          <a:bodyPr rtlCol="0"/>
          <a:lstStyle/>
          <a:p>
            <a:r>
              <a:rPr lang="zh-CN" altLang="en-US" dirty="0"/>
              <a:t>学习总结</a:t>
            </a:r>
          </a:p>
        </p:txBody>
      </p:sp>
      <p:sp>
        <p:nvSpPr>
          <p:cNvPr id="3" name="副标题 2">
            <a:extLst>
              <a:ext uri="{FF2B5EF4-FFF2-40B4-BE49-F238E27FC236}">
                <a16:creationId xmlns:a16="http://schemas.microsoft.com/office/drawing/2014/main" id="{117F481B-9C2C-084A-8DF1-0582D2DA4B02}"/>
              </a:ext>
            </a:extLst>
          </p:cNvPr>
          <p:cNvSpPr>
            <a:spLocks noGrp="1"/>
          </p:cNvSpPr>
          <p:nvPr>
            <p:ph type="subTitle" idx="1"/>
          </p:nvPr>
        </p:nvSpPr>
        <p:spPr>
          <a:xfrm>
            <a:off x="1100051" y="4645152"/>
            <a:ext cx="10058400" cy="1143000"/>
          </a:xfrm>
        </p:spPr>
        <p:txBody>
          <a:bodyPr rtlCol="0"/>
          <a:lstStyle/>
          <a:p>
            <a:r>
              <a:rPr lang="zh-CN" altLang="en-US" dirty="0"/>
              <a:t>王佳树 </a:t>
            </a:r>
            <a:r>
              <a:rPr lang="en-US" altLang="zh-CN" dirty="0"/>
              <a:t>2021</a:t>
            </a:r>
            <a:r>
              <a:rPr lang="zh-CN" altLang="en-US" dirty="0"/>
              <a:t>年</a:t>
            </a:r>
            <a:r>
              <a:rPr lang="en-US" altLang="zh-CN" dirty="0"/>
              <a:t>1</a:t>
            </a:r>
            <a:r>
              <a:rPr lang="zh-CN" altLang="en-US" dirty="0"/>
              <a:t>月</a:t>
            </a:r>
            <a:r>
              <a:rPr lang="en-US" altLang="zh-CN" dirty="0"/>
              <a:t>31</a:t>
            </a:r>
            <a:r>
              <a:rPr lang="zh-CN" altLang="en-US" dirty="0"/>
              <a:t>日</a:t>
            </a:r>
          </a:p>
        </p:txBody>
      </p:sp>
    </p:spTree>
    <p:extLst>
      <p:ext uri="{BB962C8B-B14F-4D97-AF65-F5344CB8AC3E}">
        <p14:creationId xmlns:p14="http://schemas.microsoft.com/office/powerpoint/2010/main" val="38276934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2" name="内容占位符 11">
            <a:extLst>
              <a:ext uri="{FF2B5EF4-FFF2-40B4-BE49-F238E27FC236}">
                <a16:creationId xmlns:a16="http://schemas.microsoft.com/office/drawing/2014/main" id="{2F06A708-C428-8443-AB48-F60A95FF71FE}"/>
              </a:ext>
            </a:extLst>
          </p:cNvPr>
          <p:cNvSpPr>
            <a:spLocks noGrp="1"/>
          </p:cNvSpPr>
          <p:nvPr>
            <p:ph sz="half" idx="1"/>
          </p:nvPr>
        </p:nvSpPr>
        <p:spPr/>
        <p:txBody>
          <a:bodyPr rtlCol="0"/>
          <a:lstStyle/>
          <a:p>
            <a:pPr rtl="0"/>
            <a:r>
              <a:rPr lang="en-US" altLang="zh-CN" dirty="0">
                <a:latin typeface="Microsoft YaHei UI" panose="020B0503020204020204" pitchFamily="34" charset="-122"/>
                <a:ea typeface="Microsoft YaHei UI" panose="020B0503020204020204" pitchFamily="34" charset="-122"/>
              </a:rPr>
              <a:t>- Inception</a:t>
            </a:r>
            <a:r>
              <a:rPr lang="zh-CN" altLang="en-US" dirty="0">
                <a:latin typeface="Microsoft YaHei UI" panose="020B0503020204020204" pitchFamily="34" charset="-122"/>
                <a:ea typeface="Microsoft YaHei UI" panose="020B0503020204020204" pitchFamily="34" charset="-122"/>
              </a:rPr>
              <a:t>概念在</a:t>
            </a:r>
            <a:r>
              <a:rPr lang="en-US" altLang="zh-CN" dirty="0" err="1">
                <a:latin typeface="Microsoft YaHei UI" panose="020B0503020204020204" pitchFamily="34" charset="-122"/>
                <a:ea typeface="Microsoft YaHei UI" panose="020B0503020204020204" pitchFamily="34" charset="-122"/>
              </a:rPr>
              <a:t>GoogLenet</a:t>
            </a:r>
            <a:r>
              <a:rPr lang="zh-CN" altLang="en-US" dirty="0">
                <a:latin typeface="Microsoft YaHei UI" panose="020B0503020204020204" pitchFamily="34" charset="-122"/>
                <a:ea typeface="Microsoft YaHei UI" panose="020B0503020204020204" pitchFamily="34" charset="-122"/>
              </a:rPr>
              <a:t>中首次提出。</a:t>
            </a:r>
            <a:endParaRPr lang="en-US" altLang="zh-CN" dirty="0">
              <a:latin typeface="Microsoft YaHei UI" panose="020B0503020204020204" pitchFamily="34" charset="-122"/>
              <a:ea typeface="Microsoft YaHei UI" panose="020B0503020204020204" pitchFamily="34" charset="-122"/>
            </a:endParaRPr>
          </a:p>
          <a:p>
            <a:pPr rtl="0"/>
            <a:r>
              <a:rPr lang="en-US" altLang="zh-CN" dirty="0"/>
              <a:t>- </a:t>
            </a:r>
            <a:r>
              <a:rPr lang="zh-CN" altLang="en-US" dirty="0"/>
              <a:t>动机：深度学习提高精度的最直接的办法就是增加深度和增加宽度。但会带来参数增加，计算开销增大的问题。通过引入稀疏性来解决参数冗余的问题。</a:t>
            </a:r>
            <a:endParaRPr lang="en-US" altLang="zh-CN" dirty="0">
              <a:latin typeface="Microsoft YaHei UI" panose="020B0503020204020204" pitchFamily="34" charset="-122"/>
              <a:ea typeface="Microsoft YaHei UI" panose="020B0503020204020204" pitchFamily="34" charset="-122"/>
            </a:endParaRPr>
          </a:p>
          <a:p>
            <a:pPr rtl="0"/>
            <a:r>
              <a:rPr lang="en-US" altLang="zh-CN" dirty="0">
                <a:latin typeface="Microsoft YaHei UI" panose="020B0503020204020204" pitchFamily="34" charset="-122"/>
                <a:ea typeface="Microsoft YaHei UI" panose="020B0503020204020204" pitchFamily="34" charset="-122"/>
              </a:rPr>
              <a:t>- Inception</a:t>
            </a:r>
            <a:r>
              <a:rPr lang="zh-CN" altLang="en-US" dirty="0">
                <a:latin typeface="Microsoft YaHei UI" panose="020B0503020204020204" pitchFamily="34" charset="-122"/>
                <a:ea typeface="Microsoft YaHei UI" panose="020B0503020204020204" pitchFamily="34" charset="-122"/>
              </a:rPr>
              <a:t>的本质就</a:t>
            </a:r>
            <a:r>
              <a:rPr lang="zh-CN" altLang="en-US" b="0" i="0" dirty="0">
                <a:solidFill>
                  <a:srgbClr val="121212"/>
                </a:solidFill>
                <a:effectLst/>
                <a:latin typeface="-apple-system"/>
              </a:rPr>
              <a:t>是采用了不同尺度的卷积核对输入进行特征提取，然后再将各个部分得到的结果进行组合，最后在输入到下一层的网络中。</a:t>
            </a:r>
            <a:endParaRPr lang="en-US" altLang="zh-CN" b="0" i="0" dirty="0">
              <a:solidFill>
                <a:srgbClr val="121212"/>
              </a:solidFill>
              <a:effectLst/>
              <a:latin typeface="-apple-system"/>
            </a:endParaRPr>
          </a:p>
          <a:p>
            <a:pPr rtl="0"/>
            <a:r>
              <a:rPr lang="en-US" altLang="zh-CN" b="0" i="0" dirty="0">
                <a:solidFill>
                  <a:srgbClr val="121212"/>
                </a:solidFill>
                <a:effectLst/>
                <a:latin typeface="-apple-system"/>
              </a:rPr>
              <a:t>- </a:t>
            </a:r>
            <a:r>
              <a:rPr lang="zh-CN" altLang="en-US" b="0" i="0" dirty="0">
                <a:solidFill>
                  <a:srgbClr val="121212"/>
                </a:solidFill>
                <a:effectLst/>
                <a:latin typeface="-apple-system"/>
              </a:rPr>
              <a:t>使用</a:t>
            </a:r>
            <a:r>
              <a:rPr lang="en-US" altLang="zh-CN" b="0" i="0" dirty="0">
                <a:solidFill>
                  <a:srgbClr val="121212"/>
                </a:solidFill>
                <a:effectLst/>
                <a:latin typeface="-apple-system"/>
              </a:rPr>
              <a:t>1*1</a:t>
            </a:r>
            <a:r>
              <a:rPr lang="zh-CN" altLang="en-US" b="0" i="0" dirty="0">
                <a:solidFill>
                  <a:srgbClr val="121212"/>
                </a:solidFill>
                <a:effectLst/>
                <a:latin typeface="-apple-system"/>
              </a:rPr>
              <a:t>的卷积核进行降维操作，从而减少参数的数量。</a:t>
            </a:r>
            <a:endParaRPr lang="en-US" altLang="zh-CN" b="0" i="0" dirty="0">
              <a:solidFill>
                <a:srgbClr val="121212"/>
              </a:solidFill>
              <a:effectLst/>
              <a:latin typeface="-apple-system"/>
            </a:endParaRPr>
          </a:p>
        </p:txBody>
      </p:sp>
      <p:sp>
        <p:nvSpPr>
          <p:cNvPr id="11" name="标题 10">
            <a:extLst>
              <a:ext uri="{FF2B5EF4-FFF2-40B4-BE49-F238E27FC236}">
                <a16:creationId xmlns:a16="http://schemas.microsoft.com/office/drawing/2014/main" id="{09B206E8-59BD-1B4C-8912-9A0443F96A4F}"/>
              </a:ext>
            </a:extLst>
          </p:cNvPr>
          <p:cNvSpPr>
            <a:spLocks noGrp="1"/>
          </p:cNvSpPr>
          <p:nvPr>
            <p:ph type="title"/>
          </p:nvPr>
        </p:nvSpPr>
        <p:spPr/>
        <p:txBody>
          <a:bodyPr rtlCol="0"/>
          <a:lstStyle/>
          <a:p>
            <a:pPr rtl="0"/>
            <a:r>
              <a:rPr lang="en-US" altLang="zh-CN" cap="none" dirty="0">
                <a:latin typeface="Microsoft YaHei UI" panose="020B0503020204020204" pitchFamily="34" charset="-122"/>
                <a:ea typeface="Microsoft YaHei UI" panose="020B0503020204020204" pitchFamily="34" charset="-122"/>
                <a:sym typeface="Bodoni SvtyTwo ITC TT-Book"/>
              </a:rPr>
              <a:t>Inception</a:t>
            </a:r>
            <a:endParaRPr lang="zh-CN" altLang="en-US" cap="none" dirty="0">
              <a:latin typeface="Microsoft YaHei UI" panose="020B0503020204020204" pitchFamily="34" charset="-122"/>
              <a:ea typeface="Microsoft YaHei UI" panose="020B0503020204020204" pitchFamily="34" charset="-122"/>
              <a:sym typeface="Bodoni SvtyTwo ITC TT-Book"/>
            </a:endParaRPr>
          </a:p>
        </p:txBody>
      </p:sp>
      <p:pic>
        <p:nvPicPr>
          <p:cNvPr id="7" name="图片占位符 6">
            <a:extLst>
              <a:ext uri="{FF2B5EF4-FFF2-40B4-BE49-F238E27FC236}">
                <a16:creationId xmlns:a16="http://schemas.microsoft.com/office/drawing/2014/main" id="{32A3B07D-CE54-4A9D-B05D-033B942E6D92}"/>
              </a:ext>
            </a:extLst>
          </p:cNvPr>
          <p:cNvPicPr>
            <a:picLocks noGrp="1" noChangeAspect="1"/>
          </p:cNvPicPr>
          <p:nvPr>
            <p:ph type="pic" sz="quarter" idx="13"/>
          </p:nvPr>
        </p:nvPicPr>
        <p:blipFill rotWithShape="1">
          <a:blip r:embed="rId3"/>
          <a:srcRect t="2453" b="2453"/>
          <a:stretch/>
        </p:blipFill>
        <p:spPr>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3980113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5" name="内容占位符 4">
            <a:extLst>
              <a:ext uri="{FF2B5EF4-FFF2-40B4-BE49-F238E27FC236}">
                <a16:creationId xmlns:a16="http://schemas.microsoft.com/office/drawing/2014/main" id="{32C69461-8912-47AD-9034-9391D3B8BC17}"/>
              </a:ext>
            </a:extLst>
          </p:cNvPr>
          <p:cNvSpPr>
            <a:spLocks noGrp="1"/>
          </p:cNvSpPr>
          <p:nvPr>
            <p:ph sz="half" idx="1"/>
          </p:nvPr>
        </p:nvSpPr>
        <p:spPr>
          <a:xfrm>
            <a:off x="1097280" y="2120901"/>
            <a:ext cx="3847944" cy="2488422"/>
          </a:xfrm>
        </p:spPr>
        <p:txBody>
          <a:bodyPr/>
          <a:lstStyle/>
          <a:p>
            <a:r>
              <a:rPr lang="en-US" altLang="zh-CN" dirty="0">
                <a:solidFill>
                  <a:srgbClr val="4D4D4D"/>
                </a:solidFill>
                <a:latin typeface="-apple-system"/>
              </a:rPr>
              <a:t>- </a:t>
            </a:r>
            <a:r>
              <a:rPr lang="zh-CN" altLang="en-US" dirty="0">
                <a:solidFill>
                  <a:srgbClr val="4D4D4D"/>
                </a:solidFill>
                <a:latin typeface="-apple-system"/>
              </a:rPr>
              <a:t>空洞</a:t>
            </a:r>
            <a:r>
              <a:rPr lang="zh-CN" altLang="en-US" b="0" i="0" dirty="0">
                <a:solidFill>
                  <a:srgbClr val="4D4D4D"/>
                </a:solidFill>
                <a:effectLst/>
                <a:latin typeface="-apple-system"/>
              </a:rPr>
              <a:t>卷积与普通的卷积相比，除了卷积核的大小以外，还有一个扩张率</a:t>
            </a:r>
            <a:r>
              <a:rPr lang="en-US" altLang="zh-CN" b="0" i="0" dirty="0">
                <a:solidFill>
                  <a:srgbClr val="4D4D4D"/>
                </a:solidFill>
                <a:effectLst/>
                <a:latin typeface="-apple-system"/>
              </a:rPr>
              <a:t>(dilation rate)</a:t>
            </a:r>
            <a:r>
              <a:rPr lang="zh-CN" altLang="en-US" b="0" i="0" dirty="0">
                <a:solidFill>
                  <a:srgbClr val="4D4D4D"/>
                </a:solidFill>
                <a:effectLst/>
                <a:latin typeface="-apple-system"/>
              </a:rPr>
              <a:t>参数，主要用来表示扩张的大小。</a:t>
            </a:r>
            <a:endParaRPr lang="en-US" altLang="zh-CN" b="0" i="0" dirty="0">
              <a:solidFill>
                <a:srgbClr val="4D4D4D"/>
              </a:solidFill>
              <a:effectLst/>
              <a:latin typeface="-apple-system"/>
            </a:endParaRPr>
          </a:p>
          <a:p>
            <a:r>
              <a:rPr lang="en-US" altLang="zh-CN" dirty="0">
                <a:solidFill>
                  <a:srgbClr val="4D4D4D"/>
                </a:solidFill>
                <a:latin typeface="-apple-system"/>
              </a:rPr>
              <a:t>- </a:t>
            </a:r>
            <a:r>
              <a:rPr lang="zh-CN" altLang="en-US" b="0" i="0" dirty="0">
                <a:solidFill>
                  <a:srgbClr val="4D4D4D"/>
                </a:solidFill>
                <a:effectLst/>
                <a:latin typeface="-apple-system"/>
              </a:rPr>
              <a:t>空洞卷积与普通卷积的相同点在于，卷积核的大小是一样的，空洞卷积具有更大的感受野。</a:t>
            </a:r>
            <a:endParaRPr lang="zh-CN" altLang="en-US" dirty="0"/>
          </a:p>
        </p:txBody>
      </p:sp>
      <p:pic>
        <p:nvPicPr>
          <p:cNvPr id="10" name="内容占位符 9">
            <a:extLst>
              <a:ext uri="{FF2B5EF4-FFF2-40B4-BE49-F238E27FC236}">
                <a16:creationId xmlns:a16="http://schemas.microsoft.com/office/drawing/2014/main" id="{29F478EC-C39D-42E3-A210-C7C6657F85C2}"/>
              </a:ext>
            </a:extLst>
          </p:cNvPr>
          <p:cNvPicPr>
            <a:picLocks noGrp="1" noChangeAspect="1"/>
          </p:cNvPicPr>
          <p:nvPr>
            <p:ph sz="half" idx="2"/>
          </p:nvPr>
        </p:nvPicPr>
        <p:blipFill>
          <a:blip r:embed="rId3"/>
          <a:stretch>
            <a:fillRect/>
          </a:stretch>
        </p:blipFill>
        <p:spPr>
          <a:xfrm>
            <a:off x="5446419" y="2295332"/>
            <a:ext cx="6347482" cy="2317666"/>
          </a:xfrm>
        </p:spPr>
      </p:pic>
      <p:sp>
        <p:nvSpPr>
          <p:cNvPr id="2" name="标题 1">
            <a:extLst>
              <a:ext uri="{FF2B5EF4-FFF2-40B4-BE49-F238E27FC236}">
                <a16:creationId xmlns:a16="http://schemas.microsoft.com/office/drawing/2014/main" id="{1DEF41F9-7D13-4D21-A010-46E29F1F62EF}"/>
              </a:ext>
            </a:extLst>
          </p:cNvPr>
          <p:cNvSpPr>
            <a:spLocks noGrp="1"/>
          </p:cNvSpPr>
          <p:nvPr>
            <p:ph type="title"/>
          </p:nvPr>
        </p:nvSpPr>
        <p:spPr/>
        <p:txBody>
          <a:bodyPr rtlCol="0"/>
          <a:lstStyle/>
          <a:p>
            <a:pPr rtl="0"/>
            <a:r>
              <a:rPr lang="zh-CN" altLang="en-US" dirty="0"/>
              <a:t>空洞卷积</a:t>
            </a:r>
            <a:endParaRPr lang="zh-CN" altLang="en-US" dirty="0">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29043570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EF41F9-7D13-4D21-A010-46E29F1F62EF}"/>
              </a:ext>
            </a:extLst>
          </p:cNvPr>
          <p:cNvSpPr>
            <a:spLocks noGrp="1"/>
          </p:cNvSpPr>
          <p:nvPr>
            <p:ph type="title"/>
          </p:nvPr>
        </p:nvSpPr>
        <p:spPr/>
        <p:txBody>
          <a:bodyPr rtlCol="0"/>
          <a:lstStyle/>
          <a:p>
            <a:pPr rtl="0"/>
            <a:r>
              <a:rPr lang="en-US" altLang="zh-CN" cap="none" dirty="0"/>
              <a:t>U-Net</a:t>
            </a:r>
            <a:r>
              <a:rPr lang="zh-CN" altLang="en-US" cap="none" dirty="0"/>
              <a:t>结构</a:t>
            </a:r>
            <a:endParaRPr lang="zh-CN" altLang="en-US" cap="none" dirty="0">
              <a:latin typeface="Microsoft YaHei UI" panose="020B0503020204020204" pitchFamily="34" charset="-122"/>
              <a:ea typeface="Microsoft YaHei UI" panose="020B0503020204020204" pitchFamily="34" charset="-122"/>
            </a:endParaRPr>
          </a:p>
        </p:txBody>
      </p:sp>
      <p:pic>
        <p:nvPicPr>
          <p:cNvPr id="2050" name="Picture 2">
            <a:extLst>
              <a:ext uri="{FF2B5EF4-FFF2-40B4-BE49-F238E27FC236}">
                <a16:creationId xmlns:a16="http://schemas.microsoft.com/office/drawing/2014/main" id="{20DFAD94-7C5A-450A-821C-E76087CB5352}"/>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3303872" y="2108200"/>
            <a:ext cx="5644582" cy="37607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96101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6" name="内容占位符 5">
            <a:extLst>
              <a:ext uri="{FF2B5EF4-FFF2-40B4-BE49-F238E27FC236}">
                <a16:creationId xmlns:a16="http://schemas.microsoft.com/office/drawing/2014/main" id="{3D0FD613-0093-4194-8779-3812CCADE791}"/>
              </a:ext>
            </a:extLst>
          </p:cNvPr>
          <p:cNvSpPr>
            <a:spLocks noGrp="1"/>
          </p:cNvSpPr>
          <p:nvPr>
            <p:ph idx="1"/>
          </p:nvPr>
        </p:nvSpPr>
        <p:spPr/>
        <p:txBody>
          <a:bodyPr/>
          <a:lstStyle/>
          <a:p>
            <a:r>
              <a:rPr lang="zh-CN" altLang="en-US" b="0" i="0" dirty="0">
                <a:solidFill>
                  <a:srgbClr val="4D4D4D"/>
                </a:solidFill>
                <a:effectLst/>
                <a:latin typeface="-apple-system"/>
              </a:rPr>
              <a:t>基于</a:t>
            </a:r>
            <a:r>
              <a:rPr lang="en-US" altLang="zh-CN" b="0" i="0" dirty="0">
                <a:solidFill>
                  <a:srgbClr val="4D4D4D"/>
                </a:solidFill>
                <a:effectLst/>
                <a:latin typeface="-apple-system"/>
              </a:rPr>
              <a:t>U-Net</a:t>
            </a:r>
            <a:r>
              <a:rPr lang="zh-CN" altLang="en-US" b="0" i="0" dirty="0">
                <a:solidFill>
                  <a:srgbClr val="4D4D4D"/>
                </a:solidFill>
                <a:effectLst/>
                <a:latin typeface="-apple-system"/>
              </a:rPr>
              <a:t>的方法不断被提出，但是，连续的池化和卷积导致部分空间信息的丢失。本文提出一种上下文编码网络</a:t>
            </a:r>
            <a:r>
              <a:rPr lang="en-US" altLang="zh-CN" b="0" i="0" dirty="0">
                <a:solidFill>
                  <a:srgbClr val="4D4D4D"/>
                </a:solidFill>
                <a:effectLst/>
                <a:latin typeface="-apple-system"/>
              </a:rPr>
              <a:t>(</a:t>
            </a:r>
            <a:r>
              <a:rPr lang="zh-CN" altLang="en-US" b="0" i="0" dirty="0">
                <a:solidFill>
                  <a:srgbClr val="4D4D4D"/>
                </a:solidFill>
                <a:effectLst/>
                <a:latin typeface="-apple-system"/>
              </a:rPr>
              <a:t>称为</a:t>
            </a:r>
            <a:r>
              <a:rPr lang="en-US" altLang="zh-CN" b="0" i="0" dirty="0">
                <a:solidFill>
                  <a:srgbClr val="4D4D4D"/>
                </a:solidFill>
                <a:effectLst/>
                <a:latin typeface="-apple-system"/>
              </a:rPr>
              <a:t>CE-Net)</a:t>
            </a:r>
            <a:r>
              <a:rPr lang="zh-CN" altLang="en-US" b="0" i="0" dirty="0">
                <a:solidFill>
                  <a:srgbClr val="4D4D4D"/>
                </a:solidFill>
                <a:effectLst/>
                <a:latin typeface="-apple-system"/>
              </a:rPr>
              <a:t>来捕获更多高级信息并保留空间信息用于</a:t>
            </a:r>
            <a:r>
              <a:rPr lang="en-US" altLang="zh-CN" b="0" i="0" dirty="0">
                <a:solidFill>
                  <a:srgbClr val="4D4D4D"/>
                </a:solidFill>
                <a:effectLst/>
                <a:latin typeface="-apple-system"/>
              </a:rPr>
              <a:t>2D</a:t>
            </a:r>
            <a:r>
              <a:rPr lang="zh-CN" altLang="en-US" b="0" i="0" dirty="0">
                <a:solidFill>
                  <a:srgbClr val="4D4D4D"/>
                </a:solidFill>
                <a:effectLst/>
                <a:latin typeface="-apple-system"/>
              </a:rPr>
              <a:t>医学图像分割。</a:t>
            </a:r>
            <a:endParaRPr lang="en-US" altLang="zh-CN" b="0" i="0" dirty="0">
              <a:solidFill>
                <a:srgbClr val="4D4D4D"/>
              </a:solidFill>
              <a:effectLst/>
              <a:latin typeface="-apple-system"/>
            </a:endParaRPr>
          </a:p>
          <a:p>
            <a:r>
              <a:rPr lang="en-US" altLang="zh-CN" b="0" i="0" dirty="0">
                <a:solidFill>
                  <a:srgbClr val="4D4D4D"/>
                </a:solidFill>
                <a:effectLst/>
                <a:latin typeface="-apple-system"/>
              </a:rPr>
              <a:t>CE-Net</a:t>
            </a:r>
            <a:r>
              <a:rPr lang="zh-CN" altLang="en-US" b="0" i="0" dirty="0">
                <a:solidFill>
                  <a:srgbClr val="4D4D4D"/>
                </a:solidFill>
                <a:effectLst/>
                <a:latin typeface="-apple-system"/>
              </a:rPr>
              <a:t>主要包含三个模块：特征编码模块，上下文提取模块和特征解码模块。作者使用预训练的</a:t>
            </a:r>
            <a:r>
              <a:rPr lang="en-US" altLang="zh-CN" b="0" i="0" dirty="0" err="1">
                <a:solidFill>
                  <a:srgbClr val="4D4D4D"/>
                </a:solidFill>
                <a:effectLst/>
                <a:latin typeface="-apple-system"/>
              </a:rPr>
              <a:t>ResNet</a:t>
            </a:r>
            <a:r>
              <a:rPr lang="zh-CN" altLang="en-US" b="0" i="0" dirty="0">
                <a:solidFill>
                  <a:srgbClr val="4D4D4D"/>
                </a:solidFill>
                <a:effectLst/>
                <a:latin typeface="-apple-system"/>
              </a:rPr>
              <a:t>作为固定特征提取器，上下文提取模块由</a:t>
            </a:r>
            <a:r>
              <a:rPr lang="en-US" altLang="zh-CN" b="0" i="0" dirty="0">
                <a:solidFill>
                  <a:srgbClr val="4D4D4D"/>
                </a:solidFill>
                <a:effectLst/>
                <a:latin typeface="-apple-system"/>
              </a:rPr>
              <a:t>DAC</a:t>
            </a:r>
            <a:r>
              <a:rPr lang="zh-CN" altLang="en-US" b="0" i="0" dirty="0">
                <a:solidFill>
                  <a:srgbClr val="4D4D4D"/>
                </a:solidFill>
                <a:effectLst/>
                <a:latin typeface="-apple-system"/>
              </a:rPr>
              <a:t>模块和</a:t>
            </a:r>
            <a:r>
              <a:rPr lang="en-US" altLang="zh-CN" b="0" i="0" dirty="0">
                <a:solidFill>
                  <a:srgbClr val="4D4D4D"/>
                </a:solidFill>
                <a:effectLst/>
                <a:latin typeface="-apple-system"/>
              </a:rPr>
              <a:t>RMP</a:t>
            </a:r>
            <a:r>
              <a:rPr lang="zh-CN" altLang="en-US" b="0" i="0" dirty="0">
                <a:solidFill>
                  <a:srgbClr val="4D4D4D"/>
                </a:solidFill>
                <a:effectLst/>
                <a:latin typeface="-apple-system"/>
              </a:rPr>
              <a:t>模块组成。</a:t>
            </a:r>
          </a:p>
        </p:txBody>
      </p:sp>
      <p:sp>
        <p:nvSpPr>
          <p:cNvPr id="2" name="标题 1">
            <a:extLst>
              <a:ext uri="{FF2B5EF4-FFF2-40B4-BE49-F238E27FC236}">
                <a16:creationId xmlns:a16="http://schemas.microsoft.com/office/drawing/2014/main" id="{1DEF41F9-7D13-4D21-A010-46E29F1F62EF}"/>
              </a:ext>
            </a:extLst>
          </p:cNvPr>
          <p:cNvSpPr>
            <a:spLocks noGrp="1"/>
          </p:cNvSpPr>
          <p:nvPr>
            <p:ph type="title"/>
          </p:nvPr>
        </p:nvSpPr>
        <p:spPr/>
        <p:txBody>
          <a:bodyPr rtlCol="0"/>
          <a:lstStyle/>
          <a:p>
            <a:pPr rtl="0"/>
            <a:r>
              <a:rPr lang="en-US" altLang="zh-CN" cap="none" dirty="0">
                <a:latin typeface="Microsoft YaHei UI" panose="020B0503020204020204" pitchFamily="34" charset="-122"/>
                <a:ea typeface="Microsoft YaHei UI" panose="020B0503020204020204" pitchFamily="34" charset="-122"/>
              </a:rPr>
              <a:t>CE-Net</a:t>
            </a:r>
            <a:endParaRPr lang="zh-CN" altLang="en-US" cap="none" dirty="0">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21548133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26F8978A-C740-4DCE-BEB0-271CF4C98094}"/>
              </a:ext>
            </a:extLst>
          </p:cNvPr>
          <p:cNvSpPr>
            <a:spLocks noGrp="1"/>
          </p:cNvSpPr>
          <p:nvPr>
            <p:ph type="body" idx="1"/>
          </p:nvPr>
        </p:nvSpPr>
        <p:spPr>
          <a:xfrm>
            <a:off x="1097279" y="2057400"/>
            <a:ext cx="10058399" cy="736282"/>
          </a:xfrm>
        </p:spPr>
        <p:txBody>
          <a:bodyPr/>
          <a:lstStyle/>
          <a:p>
            <a:r>
              <a:rPr lang="en-US" altLang="zh-CN" b="0" i="0" dirty="0">
                <a:solidFill>
                  <a:srgbClr val="4D4D4D"/>
                </a:solidFill>
                <a:effectLst/>
                <a:latin typeface="-apple-system"/>
              </a:rPr>
              <a:t>CE-Net</a:t>
            </a:r>
            <a:r>
              <a:rPr lang="zh-CN" altLang="en-US" b="0" i="0" dirty="0">
                <a:solidFill>
                  <a:srgbClr val="4D4D4D"/>
                </a:solidFill>
                <a:effectLst/>
                <a:latin typeface="-apple-system"/>
              </a:rPr>
              <a:t>由三部分组成：特征编码器模块，上下文提取模块，特征解码器模块。</a:t>
            </a:r>
            <a:endParaRPr lang="zh-CN" altLang="en-US" dirty="0"/>
          </a:p>
        </p:txBody>
      </p:sp>
      <p:sp>
        <p:nvSpPr>
          <p:cNvPr id="2" name="标题 1">
            <a:extLst>
              <a:ext uri="{FF2B5EF4-FFF2-40B4-BE49-F238E27FC236}">
                <a16:creationId xmlns:a16="http://schemas.microsoft.com/office/drawing/2014/main" id="{1DEF41F9-7D13-4D21-A010-46E29F1F62EF}"/>
              </a:ext>
            </a:extLst>
          </p:cNvPr>
          <p:cNvSpPr>
            <a:spLocks noGrp="1"/>
          </p:cNvSpPr>
          <p:nvPr>
            <p:ph type="title"/>
          </p:nvPr>
        </p:nvSpPr>
        <p:spPr/>
        <p:txBody>
          <a:bodyPr rtlCol="0"/>
          <a:lstStyle/>
          <a:p>
            <a:pPr rtl="0"/>
            <a:r>
              <a:rPr lang="en-US" altLang="zh-CN" cap="none" dirty="0">
                <a:latin typeface="Microsoft YaHei UI" panose="020B0503020204020204" pitchFamily="34" charset="-122"/>
                <a:ea typeface="Microsoft YaHei UI" panose="020B0503020204020204" pitchFamily="34" charset="-122"/>
              </a:rPr>
              <a:t>CE-Net </a:t>
            </a:r>
            <a:r>
              <a:rPr lang="zh-CN" altLang="en-US" cap="none" dirty="0">
                <a:latin typeface="Microsoft YaHei UI" panose="020B0503020204020204" pitchFamily="34" charset="-122"/>
                <a:ea typeface="Microsoft YaHei UI" panose="020B0503020204020204" pitchFamily="34" charset="-122"/>
              </a:rPr>
              <a:t>结构</a:t>
            </a:r>
          </a:p>
        </p:txBody>
      </p:sp>
      <p:pic>
        <p:nvPicPr>
          <p:cNvPr id="14" name="内容占位符 13">
            <a:extLst>
              <a:ext uri="{FF2B5EF4-FFF2-40B4-BE49-F238E27FC236}">
                <a16:creationId xmlns:a16="http://schemas.microsoft.com/office/drawing/2014/main" id="{3E79D083-0489-4A0B-9AA6-06A44B4829EC}"/>
              </a:ext>
            </a:extLst>
          </p:cNvPr>
          <p:cNvPicPr>
            <a:picLocks noGrp="1" noChangeAspect="1"/>
          </p:cNvPicPr>
          <p:nvPr>
            <p:ph sz="half" idx="2"/>
          </p:nvPr>
        </p:nvPicPr>
        <p:blipFill>
          <a:blip r:embed="rId3"/>
          <a:stretch>
            <a:fillRect/>
          </a:stretch>
        </p:blipFill>
        <p:spPr>
          <a:xfrm>
            <a:off x="2306638" y="3029857"/>
            <a:ext cx="6075362" cy="3622475"/>
          </a:xfrm>
        </p:spPr>
      </p:pic>
    </p:spTree>
    <p:extLst>
      <p:ext uri="{BB962C8B-B14F-4D97-AF65-F5344CB8AC3E}">
        <p14:creationId xmlns:p14="http://schemas.microsoft.com/office/powerpoint/2010/main" val="3128026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26F8978A-C740-4DCE-BEB0-271CF4C98094}"/>
              </a:ext>
            </a:extLst>
          </p:cNvPr>
          <p:cNvSpPr>
            <a:spLocks noGrp="1"/>
          </p:cNvSpPr>
          <p:nvPr>
            <p:ph type="body" idx="1"/>
          </p:nvPr>
        </p:nvSpPr>
        <p:spPr>
          <a:xfrm>
            <a:off x="1097279" y="2057400"/>
            <a:ext cx="10058399" cy="736282"/>
          </a:xfrm>
        </p:spPr>
        <p:txBody>
          <a:bodyPr/>
          <a:lstStyle/>
          <a:p>
            <a:r>
              <a:rPr lang="zh-CN" altLang="en-US" b="0" i="0" dirty="0">
                <a:solidFill>
                  <a:srgbClr val="4D4D4D"/>
                </a:solidFill>
                <a:effectLst/>
                <a:latin typeface="-apple-system"/>
              </a:rPr>
              <a:t>特征编码器模块</a:t>
            </a:r>
            <a:endParaRPr lang="zh-CN" altLang="en-US" dirty="0"/>
          </a:p>
        </p:txBody>
      </p:sp>
      <p:sp>
        <p:nvSpPr>
          <p:cNvPr id="2" name="标题 1">
            <a:extLst>
              <a:ext uri="{FF2B5EF4-FFF2-40B4-BE49-F238E27FC236}">
                <a16:creationId xmlns:a16="http://schemas.microsoft.com/office/drawing/2014/main" id="{1DEF41F9-7D13-4D21-A010-46E29F1F62EF}"/>
              </a:ext>
            </a:extLst>
          </p:cNvPr>
          <p:cNvSpPr>
            <a:spLocks noGrp="1"/>
          </p:cNvSpPr>
          <p:nvPr>
            <p:ph type="title"/>
          </p:nvPr>
        </p:nvSpPr>
        <p:spPr/>
        <p:txBody>
          <a:bodyPr rtlCol="0"/>
          <a:lstStyle/>
          <a:p>
            <a:pPr rtl="0"/>
            <a:r>
              <a:rPr lang="en-US" altLang="zh-CN" cap="none" dirty="0">
                <a:latin typeface="Microsoft YaHei UI" panose="020B0503020204020204" pitchFamily="34" charset="-122"/>
                <a:ea typeface="Microsoft YaHei UI" panose="020B0503020204020204" pitchFamily="34" charset="-122"/>
              </a:rPr>
              <a:t>CE-Net </a:t>
            </a:r>
            <a:r>
              <a:rPr lang="zh-CN" altLang="en-US" cap="none" dirty="0">
                <a:latin typeface="Microsoft YaHei UI" panose="020B0503020204020204" pitchFamily="34" charset="-122"/>
                <a:ea typeface="Microsoft YaHei UI" panose="020B0503020204020204" pitchFamily="34" charset="-122"/>
              </a:rPr>
              <a:t>结构</a:t>
            </a:r>
          </a:p>
        </p:txBody>
      </p:sp>
      <p:sp>
        <p:nvSpPr>
          <p:cNvPr id="5" name="内容占位符 4">
            <a:extLst>
              <a:ext uri="{FF2B5EF4-FFF2-40B4-BE49-F238E27FC236}">
                <a16:creationId xmlns:a16="http://schemas.microsoft.com/office/drawing/2014/main" id="{5D3429EC-2EDB-437F-9E9A-B4EB4B585CE8}"/>
              </a:ext>
            </a:extLst>
          </p:cNvPr>
          <p:cNvSpPr>
            <a:spLocks noGrp="1"/>
          </p:cNvSpPr>
          <p:nvPr>
            <p:ph sz="half" idx="2"/>
          </p:nvPr>
        </p:nvSpPr>
        <p:spPr>
          <a:xfrm>
            <a:off x="1097280" y="2958274"/>
            <a:ext cx="9595602" cy="2910821"/>
          </a:xfrm>
        </p:spPr>
        <p:txBody>
          <a:bodyPr>
            <a:normAutofit/>
          </a:bodyPr>
          <a:lstStyle/>
          <a:p>
            <a:r>
              <a:rPr lang="zh-CN" altLang="en-US" b="0" i="0" dirty="0">
                <a:solidFill>
                  <a:srgbClr val="4D4D4D"/>
                </a:solidFill>
                <a:effectLst/>
                <a:latin typeface="-apple-system"/>
              </a:rPr>
              <a:t>在</a:t>
            </a:r>
            <a:r>
              <a:rPr lang="en-US" altLang="zh-CN" b="0" i="0" dirty="0">
                <a:solidFill>
                  <a:srgbClr val="4D4D4D"/>
                </a:solidFill>
                <a:effectLst/>
                <a:latin typeface="-apple-system"/>
              </a:rPr>
              <a:t>U-Net</a:t>
            </a:r>
            <a:r>
              <a:rPr lang="zh-CN" altLang="en-US" b="0" i="0" dirty="0">
                <a:solidFill>
                  <a:srgbClr val="4D4D4D"/>
                </a:solidFill>
                <a:effectLst/>
                <a:latin typeface="-apple-system"/>
              </a:rPr>
              <a:t>架构中，每个编码器块包含两个卷积层和一个最大池化层。在</a:t>
            </a:r>
            <a:r>
              <a:rPr lang="en-US" altLang="zh-CN" b="0" i="0" dirty="0">
                <a:solidFill>
                  <a:srgbClr val="4D4D4D"/>
                </a:solidFill>
                <a:effectLst/>
                <a:latin typeface="-apple-system"/>
              </a:rPr>
              <a:t>CE-Net</a:t>
            </a:r>
            <a:r>
              <a:rPr lang="zh-CN" altLang="en-US" b="0" i="0" dirty="0">
                <a:solidFill>
                  <a:srgbClr val="4D4D4D"/>
                </a:solidFill>
                <a:effectLst/>
                <a:latin typeface="-apple-system"/>
              </a:rPr>
              <a:t>中，作者将其替换为预训练好的</a:t>
            </a:r>
            <a:r>
              <a:rPr lang="en-US" altLang="zh-CN" b="0" i="0" dirty="0">
                <a:solidFill>
                  <a:srgbClr val="4D4D4D"/>
                </a:solidFill>
                <a:effectLst/>
                <a:latin typeface="-apple-system"/>
              </a:rPr>
              <a:t>ResNet-34</a:t>
            </a:r>
            <a:r>
              <a:rPr lang="zh-CN" altLang="en-US" b="0" i="0" dirty="0">
                <a:solidFill>
                  <a:srgbClr val="4D4D4D"/>
                </a:solidFill>
                <a:effectLst/>
                <a:latin typeface="-apple-system"/>
              </a:rPr>
              <a:t>在特征编码器模块中，该模块保留了前四个特征提取块，而没有均值池化和全连接。与原始块相比，</a:t>
            </a:r>
            <a:r>
              <a:rPr lang="en-US" altLang="zh-CN" b="0" i="0" dirty="0" err="1">
                <a:solidFill>
                  <a:srgbClr val="4D4D4D"/>
                </a:solidFill>
                <a:effectLst/>
                <a:latin typeface="-apple-system"/>
              </a:rPr>
              <a:t>ResNet</a:t>
            </a:r>
            <a:r>
              <a:rPr lang="zh-CN" altLang="en-US" b="0" i="0" dirty="0">
                <a:solidFill>
                  <a:srgbClr val="4D4D4D"/>
                </a:solidFill>
                <a:effectLst/>
                <a:latin typeface="-apple-system"/>
              </a:rPr>
              <a:t>增加了快捷机制，从而避免了梯度消失问题，并加速了网络收敛，如图</a:t>
            </a:r>
            <a:r>
              <a:rPr lang="en-US" altLang="zh-CN" b="0" i="0" dirty="0">
                <a:solidFill>
                  <a:srgbClr val="4D4D4D"/>
                </a:solidFill>
                <a:effectLst/>
                <a:latin typeface="-apple-system"/>
              </a:rPr>
              <a:t>1(b)</a:t>
            </a:r>
            <a:r>
              <a:rPr lang="zh-CN" altLang="en-US" b="0" i="0" dirty="0">
                <a:solidFill>
                  <a:srgbClr val="4D4D4D"/>
                </a:solidFill>
                <a:effectLst/>
                <a:latin typeface="-apple-system"/>
              </a:rPr>
              <a:t>所示。</a:t>
            </a:r>
            <a:endParaRPr lang="zh-CN" altLang="en-US" dirty="0"/>
          </a:p>
        </p:txBody>
      </p:sp>
    </p:spTree>
    <p:extLst>
      <p:ext uri="{BB962C8B-B14F-4D97-AF65-F5344CB8AC3E}">
        <p14:creationId xmlns:p14="http://schemas.microsoft.com/office/powerpoint/2010/main" val="14401404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26F8978A-C740-4DCE-BEB0-271CF4C98094}"/>
              </a:ext>
            </a:extLst>
          </p:cNvPr>
          <p:cNvSpPr>
            <a:spLocks noGrp="1"/>
          </p:cNvSpPr>
          <p:nvPr>
            <p:ph type="body" idx="1"/>
          </p:nvPr>
        </p:nvSpPr>
        <p:spPr>
          <a:xfrm>
            <a:off x="1097279" y="2057400"/>
            <a:ext cx="10058399" cy="736282"/>
          </a:xfrm>
        </p:spPr>
        <p:txBody>
          <a:bodyPr/>
          <a:lstStyle/>
          <a:p>
            <a:r>
              <a:rPr lang="zh-CN" altLang="en-US" b="0" i="0" dirty="0">
                <a:solidFill>
                  <a:srgbClr val="4D4D4D"/>
                </a:solidFill>
                <a:effectLst/>
                <a:latin typeface="-apple-system"/>
              </a:rPr>
              <a:t>上下文提取模块</a:t>
            </a:r>
            <a:r>
              <a:rPr lang="en-US" altLang="zh-CN" dirty="0">
                <a:solidFill>
                  <a:srgbClr val="4D4D4D"/>
                </a:solidFill>
                <a:latin typeface="-apple-system"/>
              </a:rPr>
              <a:t>——DAC</a:t>
            </a:r>
            <a:endParaRPr lang="zh-CN" altLang="en-US" dirty="0"/>
          </a:p>
        </p:txBody>
      </p:sp>
      <p:sp>
        <p:nvSpPr>
          <p:cNvPr id="2" name="标题 1">
            <a:extLst>
              <a:ext uri="{FF2B5EF4-FFF2-40B4-BE49-F238E27FC236}">
                <a16:creationId xmlns:a16="http://schemas.microsoft.com/office/drawing/2014/main" id="{1DEF41F9-7D13-4D21-A010-46E29F1F62EF}"/>
              </a:ext>
            </a:extLst>
          </p:cNvPr>
          <p:cNvSpPr>
            <a:spLocks noGrp="1"/>
          </p:cNvSpPr>
          <p:nvPr>
            <p:ph type="title"/>
          </p:nvPr>
        </p:nvSpPr>
        <p:spPr/>
        <p:txBody>
          <a:bodyPr rtlCol="0"/>
          <a:lstStyle/>
          <a:p>
            <a:pPr rtl="0"/>
            <a:r>
              <a:rPr lang="en-US" altLang="zh-CN" cap="none" dirty="0">
                <a:latin typeface="Microsoft YaHei UI" panose="020B0503020204020204" pitchFamily="34" charset="-122"/>
                <a:ea typeface="Microsoft YaHei UI" panose="020B0503020204020204" pitchFamily="34" charset="-122"/>
              </a:rPr>
              <a:t>CE-Net </a:t>
            </a:r>
            <a:r>
              <a:rPr lang="zh-CN" altLang="en-US" cap="none" dirty="0">
                <a:latin typeface="Microsoft YaHei UI" panose="020B0503020204020204" pitchFamily="34" charset="-122"/>
                <a:ea typeface="Microsoft YaHei UI" panose="020B0503020204020204" pitchFamily="34" charset="-122"/>
              </a:rPr>
              <a:t>结构</a:t>
            </a:r>
          </a:p>
        </p:txBody>
      </p:sp>
      <p:pic>
        <p:nvPicPr>
          <p:cNvPr id="9" name="内容占位符 8">
            <a:extLst>
              <a:ext uri="{FF2B5EF4-FFF2-40B4-BE49-F238E27FC236}">
                <a16:creationId xmlns:a16="http://schemas.microsoft.com/office/drawing/2014/main" id="{0458627E-221D-4A3D-9418-4B201E7C3C71}"/>
              </a:ext>
            </a:extLst>
          </p:cNvPr>
          <p:cNvPicPr>
            <a:picLocks noGrp="1" noChangeAspect="1"/>
          </p:cNvPicPr>
          <p:nvPr>
            <p:ph sz="half" idx="2"/>
          </p:nvPr>
        </p:nvPicPr>
        <p:blipFill>
          <a:blip r:embed="rId3"/>
          <a:stretch>
            <a:fillRect/>
          </a:stretch>
        </p:blipFill>
        <p:spPr>
          <a:xfrm>
            <a:off x="818289" y="2793682"/>
            <a:ext cx="3763141" cy="3775069"/>
          </a:xfrm>
        </p:spPr>
      </p:pic>
      <p:sp>
        <p:nvSpPr>
          <p:cNvPr id="7" name="内容占位符 4">
            <a:extLst>
              <a:ext uri="{FF2B5EF4-FFF2-40B4-BE49-F238E27FC236}">
                <a16:creationId xmlns:a16="http://schemas.microsoft.com/office/drawing/2014/main" id="{C468D4DF-EF71-4C0E-90EF-25D6E1FA25CD}"/>
              </a:ext>
            </a:extLst>
          </p:cNvPr>
          <p:cNvSpPr txBox="1">
            <a:spLocks/>
          </p:cNvSpPr>
          <p:nvPr/>
        </p:nvSpPr>
        <p:spPr>
          <a:xfrm>
            <a:off x="6148250" y="2952052"/>
            <a:ext cx="4639736" cy="2910821"/>
          </a:xfrm>
          <a:prstGeom prst="rect">
            <a:avLst/>
          </a:prstGeom>
        </p:spPr>
        <p:txBody>
          <a:bodyPr vert="horz" lIns="0" tIns="45720" rIns="0" bIns="45720" rtlCol="0">
            <a:normAutofit/>
          </a:bodyPr>
          <a:lst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icrosoft YaHei UI" panose="020B0503020204020204" pitchFamily="34" charset="-122"/>
                <a:ea typeface="Microsoft YaHei UI" panose="020B0503020204020204" pitchFamily="34" charset="-122"/>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tx1">
                    <a:lumMod val="75000"/>
                    <a:lumOff val="25000"/>
                  </a:schemeClr>
                </a:solidFill>
                <a:latin typeface="Microsoft YaHei UI" panose="020B0503020204020204" pitchFamily="34" charset="-122"/>
                <a:ea typeface="Microsoft YaHei UI" panose="020B0503020204020204" pitchFamily="34" charset="-122"/>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icrosoft YaHei UI" panose="020B0503020204020204" pitchFamily="34" charset="-122"/>
                <a:ea typeface="Microsoft YaHei UI" panose="020B0503020204020204" pitchFamily="34" charset="-122"/>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icrosoft YaHei UI" panose="020B0503020204020204" pitchFamily="34" charset="-122"/>
                <a:ea typeface="Microsoft YaHei UI" panose="020B0503020204020204" pitchFamily="34" charset="-122"/>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icrosoft YaHei UI" panose="020B0503020204020204" pitchFamily="34" charset="-122"/>
                <a:ea typeface="Microsoft YaHei UI" panose="020B0503020204020204" pitchFamily="34" charset="-122"/>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zh-CN" altLang="en-US" dirty="0">
                <a:solidFill>
                  <a:srgbClr val="121212"/>
                </a:solidFill>
                <a:latin typeface="-apple-system"/>
              </a:rPr>
              <a:t>空洞卷积实际卷积核大小：</a:t>
            </a:r>
          </a:p>
          <a:p>
            <a:r>
              <a:rPr lang="en-US" altLang="zh-CN" dirty="0">
                <a:solidFill>
                  <a:srgbClr val="121212"/>
                </a:solidFill>
                <a:latin typeface="-apple-system"/>
              </a:rPr>
              <a:t>K=k+(k-1)(r-1)</a:t>
            </a:r>
            <a:r>
              <a:rPr lang="zh-CN" altLang="en-US" dirty="0">
                <a:solidFill>
                  <a:srgbClr val="121212"/>
                </a:solidFill>
                <a:latin typeface="-apple-system"/>
              </a:rPr>
              <a:t>，</a:t>
            </a:r>
            <a:r>
              <a:rPr lang="en-US" altLang="zh-CN" dirty="0">
                <a:solidFill>
                  <a:srgbClr val="121212"/>
                </a:solidFill>
                <a:latin typeface="-apple-system"/>
              </a:rPr>
              <a:t>k</a:t>
            </a:r>
            <a:r>
              <a:rPr lang="zh-CN" altLang="en-US" dirty="0">
                <a:solidFill>
                  <a:srgbClr val="121212"/>
                </a:solidFill>
                <a:latin typeface="-apple-system"/>
              </a:rPr>
              <a:t>为原始卷积核大小，</a:t>
            </a:r>
            <a:r>
              <a:rPr lang="en-US" altLang="zh-CN" dirty="0">
                <a:solidFill>
                  <a:srgbClr val="121212"/>
                </a:solidFill>
                <a:latin typeface="-apple-system"/>
              </a:rPr>
              <a:t>r</a:t>
            </a:r>
            <a:r>
              <a:rPr lang="zh-CN" altLang="en-US" dirty="0">
                <a:solidFill>
                  <a:srgbClr val="121212"/>
                </a:solidFill>
                <a:latin typeface="-apple-system"/>
              </a:rPr>
              <a:t>为空洞卷积参数空洞率；</a:t>
            </a:r>
          </a:p>
          <a:p>
            <a:endParaRPr lang="zh-CN" altLang="en-US" dirty="0"/>
          </a:p>
        </p:txBody>
      </p:sp>
    </p:spTree>
    <p:extLst>
      <p:ext uri="{BB962C8B-B14F-4D97-AF65-F5344CB8AC3E}">
        <p14:creationId xmlns:p14="http://schemas.microsoft.com/office/powerpoint/2010/main" val="491836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26F8978A-C740-4DCE-BEB0-271CF4C98094}"/>
              </a:ext>
            </a:extLst>
          </p:cNvPr>
          <p:cNvSpPr>
            <a:spLocks noGrp="1"/>
          </p:cNvSpPr>
          <p:nvPr>
            <p:ph type="body" idx="1"/>
          </p:nvPr>
        </p:nvSpPr>
        <p:spPr>
          <a:xfrm>
            <a:off x="1097279" y="2057400"/>
            <a:ext cx="10058399" cy="736282"/>
          </a:xfrm>
        </p:spPr>
        <p:txBody>
          <a:bodyPr/>
          <a:lstStyle/>
          <a:p>
            <a:r>
              <a:rPr lang="zh-CN" altLang="en-US" b="0" i="0" dirty="0">
                <a:solidFill>
                  <a:srgbClr val="4D4D4D"/>
                </a:solidFill>
                <a:effectLst/>
                <a:latin typeface="-apple-system"/>
              </a:rPr>
              <a:t>上下文提取模块</a:t>
            </a:r>
            <a:r>
              <a:rPr lang="en-US" altLang="zh-CN" b="0" i="0" dirty="0">
                <a:solidFill>
                  <a:srgbClr val="4D4D4D"/>
                </a:solidFill>
                <a:effectLst/>
                <a:latin typeface="-apple-system"/>
              </a:rPr>
              <a:t>——DAC</a:t>
            </a:r>
            <a:endParaRPr lang="zh-CN" altLang="en-US" dirty="0"/>
          </a:p>
        </p:txBody>
      </p:sp>
      <p:sp>
        <p:nvSpPr>
          <p:cNvPr id="2" name="标题 1">
            <a:extLst>
              <a:ext uri="{FF2B5EF4-FFF2-40B4-BE49-F238E27FC236}">
                <a16:creationId xmlns:a16="http://schemas.microsoft.com/office/drawing/2014/main" id="{1DEF41F9-7D13-4D21-A010-46E29F1F62EF}"/>
              </a:ext>
            </a:extLst>
          </p:cNvPr>
          <p:cNvSpPr>
            <a:spLocks noGrp="1"/>
          </p:cNvSpPr>
          <p:nvPr>
            <p:ph type="title"/>
          </p:nvPr>
        </p:nvSpPr>
        <p:spPr/>
        <p:txBody>
          <a:bodyPr rtlCol="0"/>
          <a:lstStyle/>
          <a:p>
            <a:pPr rtl="0"/>
            <a:r>
              <a:rPr lang="en-US" altLang="zh-CN" cap="none" dirty="0">
                <a:latin typeface="Microsoft YaHei UI" panose="020B0503020204020204" pitchFamily="34" charset="-122"/>
                <a:ea typeface="Microsoft YaHei UI" panose="020B0503020204020204" pitchFamily="34" charset="-122"/>
              </a:rPr>
              <a:t>CE-Net </a:t>
            </a:r>
            <a:r>
              <a:rPr lang="zh-CN" altLang="en-US" cap="none" dirty="0">
                <a:latin typeface="Microsoft YaHei UI" panose="020B0503020204020204" pitchFamily="34" charset="-122"/>
                <a:ea typeface="Microsoft YaHei UI" panose="020B0503020204020204" pitchFamily="34" charset="-122"/>
              </a:rPr>
              <a:t>结构</a:t>
            </a:r>
          </a:p>
        </p:txBody>
      </p:sp>
      <p:sp>
        <p:nvSpPr>
          <p:cNvPr id="5" name="内容占位符 4">
            <a:extLst>
              <a:ext uri="{FF2B5EF4-FFF2-40B4-BE49-F238E27FC236}">
                <a16:creationId xmlns:a16="http://schemas.microsoft.com/office/drawing/2014/main" id="{F0F1B0D9-FD51-4000-A79B-BB90184214CA}"/>
              </a:ext>
            </a:extLst>
          </p:cNvPr>
          <p:cNvSpPr>
            <a:spLocks noGrp="1"/>
          </p:cNvSpPr>
          <p:nvPr>
            <p:ph sz="half" idx="2"/>
          </p:nvPr>
        </p:nvSpPr>
        <p:spPr>
          <a:xfrm>
            <a:off x="1097280" y="2958274"/>
            <a:ext cx="9819536" cy="2910821"/>
          </a:xfrm>
        </p:spPr>
        <p:txBody>
          <a:bodyPr>
            <a:normAutofit fontScale="92500" lnSpcReduction="10000"/>
          </a:bodyPr>
          <a:lstStyle/>
          <a:p>
            <a:pPr>
              <a:lnSpc>
                <a:spcPct val="150000"/>
              </a:lnSpc>
            </a:pPr>
            <a:r>
              <a:rPr lang="zh-CN" altLang="en-US" b="0" i="0" dirty="0">
                <a:solidFill>
                  <a:srgbClr val="4D4D4D"/>
                </a:solidFill>
                <a:effectLst/>
                <a:latin typeface="-apple-system"/>
              </a:rPr>
              <a:t>作者提出密集的空洞卷积块</a:t>
            </a:r>
            <a:r>
              <a:rPr lang="en-US" altLang="zh-CN" b="0" i="0" dirty="0">
                <a:solidFill>
                  <a:srgbClr val="4D4D4D"/>
                </a:solidFill>
                <a:effectLst/>
                <a:latin typeface="-apple-system"/>
              </a:rPr>
              <a:t>(DAC)</a:t>
            </a:r>
            <a:r>
              <a:rPr lang="zh-CN" altLang="en-US" b="0" i="0" dirty="0">
                <a:solidFill>
                  <a:srgbClr val="4D4D4D"/>
                </a:solidFill>
                <a:effectLst/>
                <a:latin typeface="-apple-system"/>
              </a:rPr>
              <a:t>来编码高级语义特征映射。空洞卷积以级联的方式堆叠。在这种情况下，</a:t>
            </a:r>
            <a:r>
              <a:rPr lang="en-US" altLang="zh-CN" b="0" i="0" dirty="0">
                <a:solidFill>
                  <a:srgbClr val="4D4D4D"/>
                </a:solidFill>
                <a:effectLst/>
                <a:latin typeface="-apple-system"/>
              </a:rPr>
              <a:t>DAC</a:t>
            </a:r>
            <a:r>
              <a:rPr lang="zh-CN" altLang="en-US" b="0" i="0" dirty="0">
                <a:solidFill>
                  <a:srgbClr val="4D4D4D"/>
                </a:solidFill>
                <a:effectLst/>
                <a:latin typeface="-apple-system"/>
              </a:rPr>
              <a:t>有四个级联分支，随着空洞卷积数量的逐渐增加从</a:t>
            </a:r>
            <a:r>
              <a:rPr lang="en-US" altLang="zh-CN" b="0" i="0" dirty="0">
                <a:solidFill>
                  <a:srgbClr val="4D4D4D"/>
                </a:solidFill>
                <a:effectLst/>
                <a:latin typeface="-apple-system"/>
              </a:rPr>
              <a:t>1</a:t>
            </a:r>
            <a:r>
              <a:rPr lang="zh-CN" altLang="en-US" b="0" i="0" dirty="0">
                <a:solidFill>
                  <a:srgbClr val="4D4D4D"/>
                </a:solidFill>
                <a:effectLst/>
                <a:latin typeface="-apple-system"/>
              </a:rPr>
              <a:t>到</a:t>
            </a:r>
            <a:r>
              <a:rPr lang="en-US" altLang="zh-CN" b="0" i="0" dirty="0">
                <a:solidFill>
                  <a:srgbClr val="4D4D4D"/>
                </a:solidFill>
                <a:effectLst/>
                <a:latin typeface="-apple-system"/>
              </a:rPr>
              <a:t>1,3</a:t>
            </a:r>
            <a:r>
              <a:rPr lang="zh-CN" altLang="en-US" b="0" i="0" dirty="0">
                <a:solidFill>
                  <a:srgbClr val="4D4D4D"/>
                </a:solidFill>
                <a:effectLst/>
                <a:latin typeface="-apple-system"/>
              </a:rPr>
              <a:t>和</a:t>
            </a:r>
            <a:r>
              <a:rPr lang="en-US" altLang="zh-CN" b="0" i="0" dirty="0">
                <a:solidFill>
                  <a:srgbClr val="4D4D4D"/>
                </a:solidFill>
                <a:effectLst/>
                <a:latin typeface="-apple-system"/>
              </a:rPr>
              <a:t>5</a:t>
            </a:r>
            <a:r>
              <a:rPr lang="zh-CN" altLang="en-US" b="0" i="0" dirty="0">
                <a:solidFill>
                  <a:srgbClr val="4D4D4D"/>
                </a:solidFill>
                <a:effectLst/>
                <a:latin typeface="-apple-system"/>
              </a:rPr>
              <a:t>，然后每个分支的感受野将是</a:t>
            </a:r>
            <a:r>
              <a:rPr lang="en-US" altLang="zh-CN" b="0" i="0" dirty="0">
                <a:solidFill>
                  <a:srgbClr val="4D4D4D"/>
                </a:solidFill>
                <a:effectLst/>
                <a:latin typeface="-apple-system"/>
              </a:rPr>
              <a:t>3,7,9,19</a:t>
            </a:r>
            <a:r>
              <a:rPr lang="zh-CN" altLang="en-US" b="0" i="0" dirty="0">
                <a:solidFill>
                  <a:srgbClr val="4D4D4D"/>
                </a:solidFill>
                <a:effectLst/>
                <a:latin typeface="-apple-system"/>
              </a:rPr>
              <a:t>。</a:t>
            </a:r>
            <a:r>
              <a:rPr lang="en-US" altLang="zh-CN" b="0" i="0" dirty="0">
                <a:solidFill>
                  <a:srgbClr val="4D4D4D"/>
                </a:solidFill>
                <a:effectLst/>
                <a:latin typeface="-apple-system"/>
              </a:rPr>
              <a:t>DAC</a:t>
            </a:r>
            <a:r>
              <a:rPr lang="zh-CN" altLang="en-US" b="0" i="0" dirty="0">
                <a:solidFill>
                  <a:srgbClr val="4D4D4D"/>
                </a:solidFill>
                <a:effectLst/>
                <a:latin typeface="-apple-system"/>
              </a:rPr>
              <a:t>采用不同的感受野，类似于</a:t>
            </a:r>
            <a:r>
              <a:rPr lang="en-US" altLang="zh-CN" b="0" i="0" dirty="0">
                <a:solidFill>
                  <a:srgbClr val="4D4D4D"/>
                </a:solidFill>
                <a:effectLst/>
                <a:latin typeface="-apple-system"/>
              </a:rPr>
              <a:t>Inception</a:t>
            </a:r>
            <a:r>
              <a:rPr lang="zh-CN" altLang="en-US" b="0" i="0" dirty="0">
                <a:solidFill>
                  <a:srgbClr val="4D4D4D"/>
                </a:solidFill>
                <a:effectLst/>
                <a:latin typeface="-apple-system"/>
              </a:rPr>
              <a:t>结构。在每个分支中，我们应用一个</a:t>
            </a:r>
            <a:r>
              <a:rPr lang="en-US" altLang="zh-CN" b="0" i="0" dirty="0">
                <a:solidFill>
                  <a:srgbClr val="4D4D4D"/>
                </a:solidFill>
                <a:effectLst/>
                <a:latin typeface="-apple-system"/>
              </a:rPr>
              <a:t>1×1</a:t>
            </a:r>
            <a:r>
              <a:rPr lang="zh-CN" altLang="en-US" b="0" i="0" dirty="0">
                <a:solidFill>
                  <a:srgbClr val="4D4D4D"/>
                </a:solidFill>
                <a:effectLst/>
                <a:latin typeface="-apple-system"/>
              </a:rPr>
              <a:t>卷积进行</a:t>
            </a:r>
            <a:r>
              <a:rPr lang="en-US" altLang="zh-CN" b="0" i="0" dirty="0">
                <a:solidFill>
                  <a:srgbClr val="4D4D4D"/>
                </a:solidFill>
                <a:effectLst/>
                <a:latin typeface="-apple-system"/>
              </a:rPr>
              <a:t>RELU</a:t>
            </a:r>
            <a:r>
              <a:rPr lang="zh-CN" altLang="en-US" b="0" i="0" dirty="0">
                <a:solidFill>
                  <a:srgbClr val="4D4D4D"/>
                </a:solidFill>
                <a:effectLst/>
                <a:latin typeface="-apple-system"/>
              </a:rPr>
              <a:t>。最后，我们直接采用其他方法来添加原始特征，如</a:t>
            </a:r>
            <a:r>
              <a:rPr lang="en-US" altLang="zh-CN" b="0" i="0" dirty="0" err="1">
                <a:solidFill>
                  <a:srgbClr val="4D4D4D"/>
                </a:solidFill>
                <a:effectLst/>
                <a:latin typeface="-apple-system"/>
              </a:rPr>
              <a:t>ResNet</a:t>
            </a:r>
            <a:r>
              <a:rPr lang="zh-CN" altLang="en-US" b="0" i="0" dirty="0">
                <a:solidFill>
                  <a:srgbClr val="4D4D4D"/>
                </a:solidFill>
                <a:effectLst/>
                <a:latin typeface="-apple-system"/>
              </a:rPr>
              <a:t>中的快捷链接。通常，大感受野的卷积可以为大目标提取和生成更抽象的特征，而小感受野的卷积对于小目标更好。通过组合不同扩张率的空洞卷积，</a:t>
            </a:r>
            <a:r>
              <a:rPr lang="en-US" altLang="zh-CN" b="0" i="0" dirty="0">
                <a:solidFill>
                  <a:srgbClr val="4D4D4D"/>
                </a:solidFill>
                <a:effectLst/>
                <a:latin typeface="-apple-system"/>
              </a:rPr>
              <a:t>DAC</a:t>
            </a:r>
            <a:r>
              <a:rPr lang="zh-CN" altLang="en-US" b="0" i="0" dirty="0">
                <a:solidFill>
                  <a:srgbClr val="4D4D4D"/>
                </a:solidFill>
                <a:effectLst/>
                <a:latin typeface="-apple-system"/>
              </a:rPr>
              <a:t>块能够提取具有各尺寸目标的特征。</a:t>
            </a:r>
            <a:endParaRPr lang="zh-CN" altLang="en-US" dirty="0"/>
          </a:p>
        </p:txBody>
      </p:sp>
    </p:spTree>
    <p:extLst>
      <p:ext uri="{BB962C8B-B14F-4D97-AF65-F5344CB8AC3E}">
        <p14:creationId xmlns:p14="http://schemas.microsoft.com/office/powerpoint/2010/main" val="18437381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26F8978A-C740-4DCE-BEB0-271CF4C98094}"/>
              </a:ext>
            </a:extLst>
          </p:cNvPr>
          <p:cNvSpPr>
            <a:spLocks noGrp="1"/>
          </p:cNvSpPr>
          <p:nvPr>
            <p:ph type="body" idx="1"/>
          </p:nvPr>
        </p:nvSpPr>
        <p:spPr>
          <a:xfrm>
            <a:off x="1097279" y="2057400"/>
            <a:ext cx="10058399" cy="736282"/>
          </a:xfrm>
        </p:spPr>
        <p:txBody>
          <a:bodyPr/>
          <a:lstStyle/>
          <a:p>
            <a:r>
              <a:rPr lang="zh-CN" altLang="en-US" b="0" i="0" dirty="0">
                <a:solidFill>
                  <a:srgbClr val="4D4D4D"/>
                </a:solidFill>
                <a:effectLst/>
                <a:latin typeface="-apple-system"/>
              </a:rPr>
              <a:t>上下文提取模块</a:t>
            </a:r>
            <a:r>
              <a:rPr lang="en-US" altLang="zh-CN" b="0" i="0" dirty="0">
                <a:solidFill>
                  <a:srgbClr val="4D4D4D"/>
                </a:solidFill>
                <a:effectLst/>
                <a:latin typeface="-apple-system"/>
              </a:rPr>
              <a:t>——RMP</a:t>
            </a:r>
            <a:endParaRPr lang="zh-CN" altLang="en-US" dirty="0"/>
          </a:p>
        </p:txBody>
      </p:sp>
      <p:sp>
        <p:nvSpPr>
          <p:cNvPr id="2" name="标题 1">
            <a:extLst>
              <a:ext uri="{FF2B5EF4-FFF2-40B4-BE49-F238E27FC236}">
                <a16:creationId xmlns:a16="http://schemas.microsoft.com/office/drawing/2014/main" id="{1DEF41F9-7D13-4D21-A010-46E29F1F62EF}"/>
              </a:ext>
            </a:extLst>
          </p:cNvPr>
          <p:cNvSpPr>
            <a:spLocks noGrp="1"/>
          </p:cNvSpPr>
          <p:nvPr>
            <p:ph type="title"/>
          </p:nvPr>
        </p:nvSpPr>
        <p:spPr/>
        <p:txBody>
          <a:bodyPr rtlCol="0"/>
          <a:lstStyle/>
          <a:p>
            <a:pPr rtl="0"/>
            <a:r>
              <a:rPr lang="en-US" altLang="zh-CN" cap="none" dirty="0">
                <a:latin typeface="Microsoft YaHei UI" panose="020B0503020204020204" pitchFamily="34" charset="-122"/>
                <a:ea typeface="Microsoft YaHei UI" panose="020B0503020204020204" pitchFamily="34" charset="-122"/>
              </a:rPr>
              <a:t>CE-Net </a:t>
            </a:r>
            <a:r>
              <a:rPr lang="zh-CN" altLang="en-US" cap="none" dirty="0">
                <a:latin typeface="Microsoft YaHei UI" panose="020B0503020204020204" pitchFamily="34" charset="-122"/>
                <a:ea typeface="Microsoft YaHei UI" panose="020B0503020204020204" pitchFamily="34" charset="-122"/>
              </a:rPr>
              <a:t>结构</a:t>
            </a:r>
          </a:p>
        </p:txBody>
      </p:sp>
      <p:pic>
        <p:nvPicPr>
          <p:cNvPr id="6" name="内容占位符 5">
            <a:extLst>
              <a:ext uri="{FF2B5EF4-FFF2-40B4-BE49-F238E27FC236}">
                <a16:creationId xmlns:a16="http://schemas.microsoft.com/office/drawing/2014/main" id="{338C7824-5853-4E38-A65C-231ADD523878}"/>
              </a:ext>
            </a:extLst>
          </p:cNvPr>
          <p:cNvPicPr>
            <a:picLocks noGrp="1" noChangeAspect="1"/>
          </p:cNvPicPr>
          <p:nvPr>
            <p:ph sz="half" idx="2"/>
          </p:nvPr>
        </p:nvPicPr>
        <p:blipFill>
          <a:blip r:embed="rId3"/>
          <a:stretch>
            <a:fillRect/>
          </a:stretch>
        </p:blipFill>
        <p:spPr>
          <a:xfrm>
            <a:off x="2345892" y="2793682"/>
            <a:ext cx="5361194" cy="3883430"/>
          </a:xfrm>
        </p:spPr>
      </p:pic>
    </p:spTree>
    <p:extLst>
      <p:ext uri="{BB962C8B-B14F-4D97-AF65-F5344CB8AC3E}">
        <p14:creationId xmlns:p14="http://schemas.microsoft.com/office/powerpoint/2010/main" val="28437916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26F8978A-C740-4DCE-BEB0-271CF4C98094}"/>
              </a:ext>
            </a:extLst>
          </p:cNvPr>
          <p:cNvSpPr>
            <a:spLocks noGrp="1"/>
          </p:cNvSpPr>
          <p:nvPr>
            <p:ph type="body" idx="1"/>
          </p:nvPr>
        </p:nvSpPr>
        <p:spPr>
          <a:xfrm>
            <a:off x="1097279" y="2057400"/>
            <a:ext cx="10058399" cy="736282"/>
          </a:xfrm>
        </p:spPr>
        <p:txBody>
          <a:bodyPr/>
          <a:lstStyle/>
          <a:p>
            <a:r>
              <a:rPr lang="zh-CN" altLang="en-US" b="0" i="0" dirty="0">
                <a:solidFill>
                  <a:srgbClr val="4D4D4D"/>
                </a:solidFill>
                <a:effectLst/>
                <a:latin typeface="-apple-system"/>
              </a:rPr>
              <a:t>上下文提取模块</a:t>
            </a:r>
            <a:r>
              <a:rPr lang="en-US" altLang="zh-CN" b="0" i="0" dirty="0">
                <a:solidFill>
                  <a:srgbClr val="4D4D4D"/>
                </a:solidFill>
                <a:effectLst/>
                <a:latin typeface="-apple-system"/>
              </a:rPr>
              <a:t>——RMP</a:t>
            </a:r>
            <a:endParaRPr lang="zh-CN" altLang="en-US" dirty="0"/>
          </a:p>
        </p:txBody>
      </p:sp>
      <p:sp>
        <p:nvSpPr>
          <p:cNvPr id="2" name="标题 1">
            <a:extLst>
              <a:ext uri="{FF2B5EF4-FFF2-40B4-BE49-F238E27FC236}">
                <a16:creationId xmlns:a16="http://schemas.microsoft.com/office/drawing/2014/main" id="{1DEF41F9-7D13-4D21-A010-46E29F1F62EF}"/>
              </a:ext>
            </a:extLst>
          </p:cNvPr>
          <p:cNvSpPr>
            <a:spLocks noGrp="1"/>
          </p:cNvSpPr>
          <p:nvPr>
            <p:ph type="title"/>
          </p:nvPr>
        </p:nvSpPr>
        <p:spPr/>
        <p:txBody>
          <a:bodyPr rtlCol="0"/>
          <a:lstStyle/>
          <a:p>
            <a:pPr rtl="0"/>
            <a:r>
              <a:rPr lang="en-US" altLang="zh-CN" cap="none" dirty="0">
                <a:latin typeface="Microsoft YaHei UI" panose="020B0503020204020204" pitchFamily="34" charset="-122"/>
                <a:ea typeface="Microsoft YaHei UI" panose="020B0503020204020204" pitchFamily="34" charset="-122"/>
              </a:rPr>
              <a:t>CE-Net </a:t>
            </a:r>
            <a:r>
              <a:rPr lang="zh-CN" altLang="en-US" cap="none" dirty="0">
                <a:latin typeface="Microsoft YaHei UI" panose="020B0503020204020204" pitchFamily="34" charset="-122"/>
                <a:ea typeface="Microsoft YaHei UI" panose="020B0503020204020204" pitchFamily="34" charset="-122"/>
              </a:rPr>
              <a:t>结构</a:t>
            </a:r>
          </a:p>
        </p:txBody>
      </p:sp>
      <p:sp>
        <p:nvSpPr>
          <p:cNvPr id="5" name="内容占位符 4">
            <a:extLst>
              <a:ext uri="{FF2B5EF4-FFF2-40B4-BE49-F238E27FC236}">
                <a16:creationId xmlns:a16="http://schemas.microsoft.com/office/drawing/2014/main" id="{F0F1B0D9-FD51-4000-A79B-BB90184214CA}"/>
              </a:ext>
            </a:extLst>
          </p:cNvPr>
          <p:cNvSpPr>
            <a:spLocks noGrp="1"/>
          </p:cNvSpPr>
          <p:nvPr>
            <p:ph sz="half" idx="2"/>
          </p:nvPr>
        </p:nvSpPr>
        <p:spPr>
          <a:xfrm>
            <a:off x="1097279" y="2958274"/>
            <a:ext cx="9922173" cy="2910821"/>
          </a:xfrm>
        </p:spPr>
        <p:txBody>
          <a:bodyPr>
            <a:normAutofit fontScale="92500" lnSpcReduction="10000"/>
          </a:bodyPr>
          <a:lstStyle/>
          <a:p>
            <a:pPr>
              <a:lnSpc>
                <a:spcPct val="150000"/>
              </a:lnSpc>
            </a:pPr>
            <a:r>
              <a:rPr lang="zh-CN" altLang="en-US" b="0" i="0" dirty="0">
                <a:solidFill>
                  <a:srgbClr val="4D4D4D"/>
                </a:solidFill>
                <a:effectLst/>
                <a:latin typeface="-apple-system"/>
              </a:rPr>
              <a:t>在本文中，作者提出了一个残差多核池化来解决这个问题，它主要依靠多个有效的视野来检测不同大小的目标。感受野的尺寸大致决定了我们可以使用多少上下文信息。一般的最大池化只使用单个池化内核。</a:t>
            </a:r>
            <a:r>
              <a:rPr lang="en-US" altLang="zh-CN" b="0" i="0" dirty="0">
                <a:solidFill>
                  <a:srgbClr val="4D4D4D"/>
                </a:solidFill>
                <a:effectLst/>
                <a:latin typeface="-apple-system"/>
              </a:rPr>
              <a:t>RMP</a:t>
            </a:r>
            <a:r>
              <a:rPr lang="zh-CN" altLang="en-US" b="0" i="0" dirty="0">
                <a:solidFill>
                  <a:srgbClr val="4D4D4D"/>
                </a:solidFill>
                <a:effectLst/>
                <a:latin typeface="-apple-system"/>
              </a:rPr>
              <a:t>用四个不同大小的感受野编码全局上下文信息：</a:t>
            </a:r>
            <a:r>
              <a:rPr lang="en-US" altLang="zh-CN" b="0" i="0" dirty="0">
                <a:solidFill>
                  <a:srgbClr val="4D4D4D"/>
                </a:solidFill>
                <a:effectLst/>
                <a:latin typeface="-apple-system"/>
              </a:rPr>
              <a:t>2×2,3×3,5×5</a:t>
            </a:r>
            <a:r>
              <a:rPr lang="zh-CN" altLang="en-US" b="0" i="0" dirty="0">
                <a:solidFill>
                  <a:srgbClr val="4D4D4D"/>
                </a:solidFill>
                <a:effectLst/>
                <a:latin typeface="-apple-system"/>
              </a:rPr>
              <a:t>和</a:t>
            </a:r>
            <a:r>
              <a:rPr lang="en-US" altLang="zh-CN" b="0" i="0" dirty="0">
                <a:solidFill>
                  <a:srgbClr val="4D4D4D"/>
                </a:solidFill>
                <a:effectLst/>
                <a:latin typeface="-apple-system"/>
              </a:rPr>
              <a:t>6×6</a:t>
            </a:r>
            <a:r>
              <a:rPr lang="zh-CN" altLang="en-US" b="0" i="0" dirty="0">
                <a:solidFill>
                  <a:srgbClr val="4D4D4D"/>
                </a:solidFill>
                <a:effectLst/>
                <a:latin typeface="-apple-system"/>
              </a:rPr>
              <a:t>。四个分支输出包含各种尺寸的特征图。为了降低权重的维度和计算成本，我们在每个池化分支后使用</a:t>
            </a:r>
            <a:r>
              <a:rPr lang="en-US" altLang="zh-CN" b="0" i="0" dirty="0">
                <a:solidFill>
                  <a:srgbClr val="4D4D4D"/>
                </a:solidFill>
                <a:effectLst/>
                <a:latin typeface="-apple-system"/>
              </a:rPr>
              <a:t>1×1</a:t>
            </a:r>
            <a:r>
              <a:rPr lang="zh-CN" altLang="en-US" b="0" i="0" dirty="0">
                <a:solidFill>
                  <a:srgbClr val="4D4D4D"/>
                </a:solidFill>
                <a:effectLst/>
                <a:latin typeface="-apple-system"/>
              </a:rPr>
              <a:t>卷积。它将</a:t>
            </a:r>
            <a:r>
              <a:rPr lang="en-US" altLang="zh-CN" b="0" i="0" dirty="0">
                <a:solidFill>
                  <a:srgbClr val="4D4D4D"/>
                </a:solidFill>
                <a:effectLst/>
                <a:latin typeface="-apple-system"/>
              </a:rPr>
              <a:t>feature map</a:t>
            </a:r>
            <a:r>
              <a:rPr lang="zh-CN" altLang="en-US" b="0" i="0" dirty="0">
                <a:solidFill>
                  <a:srgbClr val="4D4D4D"/>
                </a:solidFill>
                <a:effectLst/>
                <a:latin typeface="-apple-system"/>
              </a:rPr>
              <a:t>的尺寸减小到原始尺寸的</a:t>
            </a:r>
            <a:r>
              <a:rPr lang="en-US" altLang="zh-CN" b="0" i="0" dirty="0">
                <a:solidFill>
                  <a:srgbClr val="4D4D4D"/>
                </a:solidFill>
                <a:effectLst/>
                <a:latin typeface="-apple-system"/>
              </a:rPr>
              <a:t>1/N</a:t>
            </a:r>
            <a:r>
              <a:rPr lang="zh-CN" altLang="en-US" b="0" i="0" dirty="0">
                <a:solidFill>
                  <a:srgbClr val="4D4D4D"/>
                </a:solidFill>
                <a:effectLst/>
                <a:latin typeface="-apple-system"/>
              </a:rPr>
              <a:t>，其中</a:t>
            </a:r>
            <a:r>
              <a:rPr lang="en-US" altLang="zh-CN" b="0" i="0" dirty="0">
                <a:solidFill>
                  <a:srgbClr val="4D4D4D"/>
                </a:solidFill>
                <a:effectLst/>
                <a:latin typeface="-apple-system"/>
              </a:rPr>
              <a:t>N</a:t>
            </a:r>
            <a:r>
              <a:rPr lang="zh-CN" altLang="en-US" b="0" i="0" dirty="0">
                <a:solidFill>
                  <a:srgbClr val="4D4D4D"/>
                </a:solidFill>
                <a:effectLst/>
                <a:latin typeface="-apple-system"/>
              </a:rPr>
              <a:t>表示原始</a:t>
            </a:r>
            <a:r>
              <a:rPr lang="en-US" altLang="zh-CN" b="0" i="0" dirty="0">
                <a:solidFill>
                  <a:srgbClr val="4D4D4D"/>
                </a:solidFill>
                <a:effectLst/>
                <a:latin typeface="-apple-system"/>
              </a:rPr>
              <a:t>feature map</a:t>
            </a:r>
            <a:r>
              <a:rPr lang="zh-CN" altLang="en-US" b="0" i="0" dirty="0">
                <a:solidFill>
                  <a:srgbClr val="4D4D4D"/>
                </a:solidFill>
                <a:effectLst/>
                <a:latin typeface="-apple-system"/>
              </a:rPr>
              <a:t>中的通道数。然后我们对低维特征图进行上采样，以通过双线性插值获得与原始特征图相同的尺寸特征。最后，作者将原始特征与上采样的</a:t>
            </a:r>
            <a:r>
              <a:rPr lang="en-US" altLang="zh-CN" b="0" i="0" dirty="0">
                <a:solidFill>
                  <a:srgbClr val="4D4D4D"/>
                </a:solidFill>
                <a:effectLst/>
                <a:latin typeface="-apple-system"/>
              </a:rPr>
              <a:t>feature map</a:t>
            </a:r>
            <a:r>
              <a:rPr lang="zh-CN" altLang="en-US" b="0" i="0" dirty="0">
                <a:solidFill>
                  <a:srgbClr val="4D4D4D"/>
                </a:solidFill>
                <a:effectLst/>
                <a:latin typeface="-apple-system"/>
              </a:rPr>
              <a:t>相结合。</a:t>
            </a:r>
            <a:endParaRPr lang="zh-CN" altLang="en-US" dirty="0"/>
          </a:p>
        </p:txBody>
      </p:sp>
    </p:spTree>
    <p:extLst>
      <p:ext uri="{BB962C8B-B14F-4D97-AF65-F5344CB8AC3E}">
        <p14:creationId xmlns:p14="http://schemas.microsoft.com/office/powerpoint/2010/main" val="28169957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26F8978A-C740-4DCE-BEB0-271CF4C98094}"/>
              </a:ext>
            </a:extLst>
          </p:cNvPr>
          <p:cNvSpPr>
            <a:spLocks noGrp="1"/>
          </p:cNvSpPr>
          <p:nvPr>
            <p:ph type="body" idx="1"/>
          </p:nvPr>
        </p:nvSpPr>
        <p:spPr>
          <a:xfrm>
            <a:off x="1097279" y="2057400"/>
            <a:ext cx="10058399" cy="736282"/>
          </a:xfrm>
        </p:spPr>
        <p:txBody>
          <a:bodyPr/>
          <a:lstStyle/>
          <a:p>
            <a:r>
              <a:rPr lang="zh-CN" altLang="en-US" b="0" i="0" dirty="0">
                <a:solidFill>
                  <a:srgbClr val="4D4D4D"/>
                </a:solidFill>
                <a:effectLst/>
                <a:latin typeface="-apple-system"/>
              </a:rPr>
              <a:t>特征解码器模块</a:t>
            </a:r>
            <a:endParaRPr lang="zh-CN" altLang="en-US" dirty="0"/>
          </a:p>
        </p:txBody>
      </p:sp>
      <p:sp>
        <p:nvSpPr>
          <p:cNvPr id="2" name="标题 1">
            <a:extLst>
              <a:ext uri="{FF2B5EF4-FFF2-40B4-BE49-F238E27FC236}">
                <a16:creationId xmlns:a16="http://schemas.microsoft.com/office/drawing/2014/main" id="{1DEF41F9-7D13-4D21-A010-46E29F1F62EF}"/>
              </a:ext>
            </a:extLst>
          </p:cNvPr>
          <p:cNvSpPr>
            <a:spLocks noGrp="1"/>
          </p:cNvSpPr>
          <p:nvPr>
            <p:ph type="title"/>
          </p:nvPr>
        </p:nvSpPr>
        <p:spPr/>
        <p:txBody>
          <a:bodyPr rtlCol="0"/>
          <a:lstStyle/>
          <a:p>
            <a:pPr rtl="0"/>
            <a:r>
              <a:rPr lang="en-US" altLang="zh-CN" cap="none" dirty="0">
                <a:latin typeface="Microsoft YaHei UI" panose="020B0503020204020204" pitchFamily="34" charset="-122"/>
                <a:ea typeface="Microsoft YaHei UI" panose="020B0503020204020204" pitchFamily="34" charset="-122"/>
              </a:rPr>
              <a:t>CE-Net </a:t>
            </a:r>
            <a:r>
              <a:rPr lang="zh-CN" altLang="en-US" cap="none" dirty="0">
                <a:latin typeface="Microsoft YaHei UI" panose="020B0503020204020204" pitchFamily="34" charset="-122"/>
                <a:ea typeface="Microsoft YaHei UI" panose="020B0503020204020204" pitchFamily="34" charset="-122"/>
              </a:rPr>
              <a:t>结构</a:t>
            </a:r>
          </a:p>
        </p:txBody>
      </p:sp>
      <p:sp>
        <p:nvSpPr>
          <p:cNvPr id="5" name="内容占位符 4">
            <a:extLst>
              <a:ext uri="{FF2B5EF4-FFF2-40B4-BE49-F238E27FC236}">
                <a16:creationId xmlns:a16="http://schemas.microsoft.com/office/drawing/2014/main" id="{EFE7FD06-230B-47A0-8050-D21291DA5A88}"/>
              </a:ext>
            </a:extLst>
          </p:cNvPr>
          <p:cNvSpPr>
            <a:spLocks noGrp="1"/>
          </p:cNvSpPr>
          <p:nvPr>
            <p:ph sz="half" idx="2"/>
          </p:nvPr>
        </p:nvSpPr>
        <p:spPr>
          <a:xfrm>
            <a:off x="1097280" y="2958274"/>
            <a:ext cx="10058398" cy="2910821"/>
          </a:xfrm>
        </p:spPr>
        <p:txBody>
          <a:bodyPr/>
          <a:lstStyle/>
          <a:p>
            <a:pPr>
              <a:lnSpc>
                <a:spcPct val="150000"/>
              </a:lnSpc>
            </a:pPr>
            <a:r>
              <a:rPr lang="zh-CN" altLang="en-US" b="0" i="0" dirty="0">
                <a:solidFill>
                  <a:srgbClr val="4D4D4D"/>
                </a:solidFill>
                <a:effectLst/>
                <a:latin typeface="-apple-system"/>
              </a:rPr>
              <a:t>采用特征解码器模块恢复从特征编码器模块和上下文提取器模块中提取的高级语义特征。快捷连接从编码器到解码器来获取一些详细信息，以补救由于连续池化和卷积操作而导致的信息丢失。简单的上采样和反卷积是</a:t>
            </a:r>
            <a:r>
              <a:rPr lang="en-US" altLang="zh-CN" b="0" i="0" dirty="0">
                <a:solidFill>
                  <a:srgbClr val="4D4D4D"/>
                </a:solidFill>
                <a:effectLst/>
                <a:latin typeface="-apple-system"/>
              </a:rPr>
              <a:t>U</a:t>
            </a:r>
            <a:r>
              <a:rPr lang="zh-CN" altLang="en-US" b="0" i="0" dirty="0">
                <a:solidFill>
                  <a:srgbClr val="4D4D4D"/>
                </a:solidFill>
                <a:effectLst/>
                <a:latin typeface="-apple-system"/>
              </a:rPr>
              <a:t>形网络中解码器的两种常见操作。通过线性插值来实现上采样操作增大图像尺寸，而反卷积（也称为转置卷积）采用卷积操作来放大图像。从直观上讲，转置卷积可以学习自适应映射以恢复具有更详细信息的特征。因此，作者采用转置卷积来恢复解码器中的更高分辨率特征。</a:t>
            </a:r>
            <a:endParaRPr lang="zh-CN" altLang="en-US" dirty="0"/>
          </a:p>
        </p:txBody>
      </p:sp>
    </p:spTree>
    <p:extLst>
      <p:ext uri="{BB962C8B-B14F-4D97-AF65-F5344CB8AC3E}">
        <p14:creationId xmlns:p14="http://schemas.microsoft.com/office/powerpoint/2010/main" val="22899915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内容占位符 8">
            <a:extLst>
              <a:ext uri="{FF2B5EF4-FFF2-40B4-BE49-F238E27FC236}">
                <a16:creationId xmlns:a16="http://schemas.microsoft.com/office/drawing/2014/main" id="{D7DF14FA-EC9D-4D59-9654-C42F57DD0708}"/>
              </a:ext>
            </a:extLst>
          </p:cNvPr>
          <p:cNvSpPr>
            <a:spLocks noGrp="1"/>
          </p:cNvSpPr>
          <p:nvPr>
            <p:ph idx="1"/>
          </p:nvPr>
        </p:nvSpPr>
        <p:spPr/>
        <p:txBody>
          <a:bodyPr/>
          <a:lstStyle/>
          <a:p>
            <a:pPr marL="0" indent="0">
              <a:buNone/>
            </a:pPr>
            <a:r>
              <a:rPr lang="zh-CN" altLang="en-US" dirty="0"/>
              <a:t>本篇主要是对</a:t>
            </a:r>
            <a:r>
              <a:rPr lang="en-US" altLang="zh-CN" dirty="0"/>
              <a:t>CE-Net</a:t>
            </a:r>
            <a:r>
              <a:rPr lang="zh-CN" altLang="en-US" dirty="0"/>
              <a:t>方法的学习总结，主要分为两个方面：</a:t>
            </a:r>
            <a:endParaRPr lang="en-US" altLang="zh-CN" dirty="0"/>
          </a:p>
          <a:p>
            <a:pPr marL="457200" indent="-457200">
              <a:buAutoNum type="arabicPeriod"/>
            </a:pPr>
            <a:r>
              <a:rPr lang="zh-CN" altLang="en-US" dirty="0"/>
              <a:t>简单了介绍了相关的一些概念</a:t>
            </a:r>
            <a:endParaRPr lang="en-US" altLang="zh-CN" dirty="0"/>
          </a:p>
          <a:p>
            <a:pPr marL="457200" indent="-457200">
              <a:buAutoNum type="arabicPeriod"/>
            </a:pPr>
            <a:r>
              <a:rPr lang="zh-CN" altLang="en-US" dirty="0"/>
              <a:t>对</a:t>
            </a:r>
            <a:r>
              <a:rPr lang="en-US" altLang="zh-CN" dirty="0"/>
              <a:t>CE-Net</a:t>
            </a:r>
            <a:r>
              <a:rPr lang="zh-CN" altLang="en-US" dirty="0"/>
              <a:t>结构进行了介绍</a:t>
            </a:r>
            <a:endParaRPr lang="en-US" altLang="zh-CN" dirty="0"/>
          </a:p>
          <a:p>
            <a:pPr marL="0" indent="0">
              <a:buNone/>
            </a:pPr>
            <a:endParaRPr lang="en-US" altLang="zh-CN" dirty="0"/>
          </a:p>
        </p:txBody>
      </p:sp>
      <p:sp>
        <p:nvSpPr>
          <p:cNvPr id="8" name="标题 7">
            <a:extLst>
              <a:ext uri="{FF2B5EF4-FFF2-40B4-BE49-F238E27FC236}">
                <a16:creationId xmlns:a16="http://schemas.microsoft.com/office/drawing/2014/main" id="{431B010B-C7F0-49A9-9A75-2A89E45EEE47}"/>
              </a:ext>
            </a:extLst>
          </p:cNvPr>
          <p:cNvSpPr>
            <a:spLocks noGrp="1"/>
          </p:cNvSpPr>
          <p:nvPr>
            <p:ph type="title"/>
          </p:nvPr>
        </p:nvSpPr>
        <p:spPr/>
        <p:txBody>
          <a:bodyPr/>
          <a:lstStyle/>
          <a:p>
            <a:r>
              <a:rPr lang="zh-CN" altLang="en-US" dirty="0"/>
              <a:t>总结</a:t>
            </a:r>
          </a:p>
        </p:txBody>
      </p:sp>
    </p:spTree>
    <p:extLst>
      <p:ext uri="{BB962C8B-B14F-4D97-AF65-F5344CB8AC3E}">
        <p14:creationId xmlns:p14="http://schemas.microsoft.com/office/powerpoint/2010/main" val="1991469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标题 7">
            <a:extLst>
              <a:ext uri="{FF2B5EF4-FFF2-40B4-BE49-F238E27FC236}">
                <a16:creationId xmlns:a16="http://schemas.microsoft.com/office/drawing/2014/main" id="{431B010B-C7F0-49A9-9A75-2A89E45EEE47}"/>
              </a:ext>
            </a:extLst>
          </p:cNvPr>
          <p:cNvSpPr>
            <a:spLocks noGrp="1"/>
          </p:cNvSpPr>
          <p:nvPr>
            <p:ph type="title"/>
          </p:nvPr>
        </p:nvSpPr>
        <p:spPr>
          <a:xfrm>
            <a:off x="1097280" y="3233829"/>
            <a:ext cx="10058400" cy="1369074"/>
          </a:xfrm>
        </p:spPr>
        <p:txBody>
          <a:bodyPr/>
          <a:lstStyle/>
          <a:p>
            <a:pPr algn="ctr"/>
            <a:r>
              <a:rPr lang="en-US" altLang="zh-CN" dirty="0"/>
              <a:t>Thank you</a:t>
            </a:r>
            <a:r>
              <a:rPr lang="zh-CN" altLang="en-US" dirty="0"/>
              <a:t>！</a:t>
            </a:r>
          </a:p>
        </p:txBody>
      </p:sp>
    </p:spTree>
    <p:extLst>
      <p:ext uri="{BB962C8B-B14F-4D97-AF65-F5344CB8AC3E}">
        <p14:creationId xmlns:p14="http://schemas.microsoft.com/office/powerpoint/2010/main" val="2179514711"/>
      </p:ext>
    </p:extLst>
  </p:cSld>
  <p:clrMapOvr>
    <a:masterClrMapping/>
  </p:clrMapOvr>
</p:sld>
</file>

<file path=ppt/theme/theme1.xml><?xml version="1.0" encoding="utf-8"?>
<a:theme xmlns:a="http://schemas.openxmlformats.org/drawingml/2006/main" name="RetrospectVTI">
  <a:themeElements>
    <a:clrScheme name="Brights">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Consolas-Verdana">
      <a:majorFont>
        <a:latin typeface="Consolas" panose="020B0609020204030204"/>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Verdana" panose="020B060403050404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Office_42167430_TF66722518" id="{829C33DD-2B9F-4D66-9920-F14C9C6637DD}" vid="{8B410579-0F0D-4DE0-8BA9-79E32CDF856E}"/>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fa6e671f1cd7e4d96ff9652be322dd5e">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4e2496f70b101db0b8013f30a071bbf7"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8F4328E-77DF-41E8-952F-124AE19F1F7C}">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6A7FA506-1E93-4CA4-B270-1F08FD18C366}">
  <ds:schemaRefs>
    <ds:schemaRef ds:uri="http://schemas.microsoft.com/sharepoint/v3/contenttype/forms"/>
  </ds:schemaRefs>
</ds:datastoreItem>
</file>

<file path=customXml/itemProps3.xml><?xml version="1.0" encoding="utf-8"?>
<ds:datastoreItem xmlns:ds="http://schemas.openxmlformats.org/officeDocument/2006/customXml" ds:itemID="{1F2FE978-FCBC-4C90-A410-B547AA70606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轻快推销宣传演示</Template>
  <TotalTime>207</TotalTime>
  <Words>953</Words>
  <Application>Microsoft Office PowerPoint</Application>
  <PresentationFormat>宽屏</PresentationFormat>
  <Paragraphs>53</Paragraphs>
  <Slides>14</Slides>
  <Notes>14</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14</vt:i4>
      </vt:variant>
    </vt:vector>
  </HeadingPairs>
  <TitlesOfParts>
    <vt:vector size="19" baseType="lpstr">
      <vt:lpstr>-apple-system</vt:lpstr>
      <vt:lpstr>Microsoft YaHei UI</vt:lpstr>
      <vt:lpstr>Arial</vt:lpstr>
      <vt:lpstr>Calibri</vt:lpstr>
      <vt:lpstr>RetrospectVTI</vt:lpstr>
      <vt:lpstr>学习总结</vt:lpstr>
      <vt:lpstr>Inception</vt:lpstr>
      <vt:lpstr>空洞卷积</vt:lpstr>
      <vt:lpstr>U-Net结构</vt:lpstr>
      <vt:lpstr>CE-Net</vt:lpstr>
      <vt:lpstr>CE-Net 结构</vt:lpstr>
      <vt:lpstr>CE-Net 结构</vt:lpstr>
      <vt:lpstr>CE-Net 结构</vt:lpstr>
      <vt:lpstr>CE-Net 结构</vt:lpstr>
      <vt:lpstr>CE-Net 结构</vt:lpstr>
      <vt:lpstr>CE-Net 结构</vt:lpstr>
      <vt:lpstr>CE-Net 结构</vt:lpstr>
      <vt:lpstr>总结</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学习总结</dc:title>
  <dc:creator>Tyler Vegas</dc:creator>
  <cp:lastModifiedBy>Tyler Vegas</cp:lastModifiedBy>
  <cp:revision>20</cp:revision>
  <dcterms:created xsi:type="dcterms:W3CDTF">2021-01-31T04:50:01Z</dcterms:created>
  <dcterms:modified xsi:type="dcterms:W3CDTF">2021-01-31T08:17:33Z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